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notesSlides/notesSlide20.xml" ContentType="application/vnd.openxmlformats-officedocument.presentationml.notesSlide+xml"/>
  <Override PartName="/ppt/ink/ink3.xml" ContentType="application/inkml+xml"/>
  <Override PartName="/ppt/ink/ink4.xml" ContentType="application/inkml+xml"/>
  <Override PartName="/ppt/notesSlides/notesSlide21.xml" ContentType="application/vnd.openxmlformats-officedocument.presentationml.notesSlide+xml"/>
  <Override PartName="/ppt/ink/ink5.xml" ContentType="application/inkml+xml"/>
  <Override PartName="/ppt/ink/ink6.xml" ContentType="application/inkml+xml"/>
  <Override PartName="/ppt/notesSlides/notesSlide22.xml" ContentType="application/vnd.openxmlformats-officedocument.presentationml.notesSlide+xml"/>
  <Override PartName="/ppt/ink/ink7.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8.xml" ContentType="application/inkml+xml"/>
  <Override PartName="/ppt/ink/ink9.xml" ContentType="application/inkml+xml"/>
  <Override PartName="/ppt/notesSlides/notesSlide25.xml" ContentType="application/vnd.openxmlformats-officedocument.presentationml.notesSlide+xml"/>
  <Override PartName="/ppt/ink/ink10.xml" ContentType="application/inkml+xml"/>
  <Override PartName="/ppt/ink/ink11.xml" ContentType="application/inkml+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9" r:id="rId1"/>
  </p:sldMasterIdLst>
  <p:notesMasterIdLst>
    <p:notesMasterId r:id="rId28"/>
  </p:notesMasterIdLst>
  <p:handoutMasterIdLst>
    <p:handoutMasterId r:id="rId29"/>
  </p:handoutMasterIdLst>
  <p:sldIdLst>
    <p:sldId id="256" r:id="rId2"/>
    <p:sldId id="258" r:id="rId3"/>
    <p:sldId id="259" r:id="rId4"/>
    <p:sldId id="260" r:id="rId5"/>
    <p:sldId id="263" r:id="rId6"/>
    <p:sldId id="268" r:id="rId7"/>
    <p:sldId id="265" r:id="rId8"/>
    <p:sldId id="264" r:id="rId9"/>
    <p:sldId id="293" r:id="rId10"/>
    <p:sldId id="270" r:id="rId11"/>
    <p:sldId id="273" r:id="rId12"/>
    <p:sldId id="294" r:id="rId13"/>
    <p:sldId id="274" r:id="rId14"/>
    <p:sldId id="276" r:id="rId15"/>
    <p:sldId id="295" r:id="rId16"/>
    <p:sldId id="277" r:id="rId17"/>
    <p:sldId id="278" r:id="rId18"/>
    <p:sldId id="279" r:id="rId19"/>
    <p:sldId id="285" r:id="rId20"/>
    <p:sldId id="283" r:id="rId21"/>
    <p:sldId id="286" r:id="rId22"/>
    <p:sldId id="287" r:id="rId23"/>
    <p:sldId id="289" r:id="rId24"/>
    <p:sldId id="290" r:id="rId25"/>
    <p:sldId id="292" r:id="rId26"/>
    <p:sldId id="261" r:id="rId27"/>
  </p:sldIdLst>
  <p:sldSz cx="12192000" cy="6858000"/>
  <p:notesSz cx="6858000" cy="9144000"/>
  <p:defaultTextStyle>
    <a:defPPr>
      <a:defRPr lang="en-US"/>
    </a:defPPr>
    <a:lvl1pPr algn="l" rtl="0" fontAlgn="base">
      <a:spcBef>
        <a:spcPct val="20000"/>
      </a:spcBef>
      <a:spcAft>
        <a:spcPct val="0"/>
      </a:spcAft>
      <a:buChar char="•"/>
      <a:defRPr sz="2400" b="1" kern="1200">
        <a:solidFill>
          <a:srgbClr val="B9000C"/>
        </a:solidFill>
        <a:latin typeface="Tahoma" panose="020B0604030504040204" pitchFamily="34" charset="0"/>
        <a:ea typeface="+mn-ea"/>
        <a:cs typeface="+mn-cs"/>
      </a:defRPr>
    </a:lvl1pPr>
    <a:lvl2pPr marL="457200" algn="l" rtl="0" fontAlgn="base">
      <a:spcBef>
        <a:spcPct val="20000"/>
      </a:spcBef>
      <a:spcAft>
        <a:spcPct val="0"/>
      </a:spcAft>
      <a:buChar char="•"/>
      <a:defRPr sz="2400" b="1" kern="1200">
        <a:solidFill>
          <a:srgbClr val="B9000C"/>
        </a:solidFill>
        <a:latin typeface="Tahoma" panose="020B0604030504040204" pitchFamily="34" charset="0"/>
        <a:ea typeface="+mn-ea"/>
        <a:cs typeface="+mn-cs"/>
      </a:defRPr>
    </a:lvl2pPr>
    <a:lvl3pPr marL="914400" algn="l" rtl="0" fontAlgn="base">
      <a:spcBef>
        <a:spcPct val="20000"/>
      </a:spcBef>
      <a:spcAft>
        <a:spcPct val="0"/>
      </a:spcAft>
      <a:buChar char="•"/>
      <a:defRPr sz="2400" b="1" kern="1200">
        <a:solidFill>
          <a:srgbClr val="B9000C"/>
        </a:solidFill>
        <a:latin typeface="Tahoma" panose="020B0604030504040204" pitchFamily="34" charset="0"/>
        <a:ea typeface="+mn-ea"/>
        <a:cs typeface="+mn-cs"/>
      </a:defRPr>
    </a:lvl3pPr>
    <a:lvl4pPr marL="1371600" algn="l" rtl="0" fontAlgn="base">
      <a:spcBef>
        <a:spcPct val="20000"/>
      </a:spcBef>
      <a:spcAft>
        <a:spcPct val="0"/>
      </a:spcAft>
      <a:buChar char="•"/>
      <a:defRPr sz="2400" b="1" kern="1200">
        <a:solidFill>
          <a:srgbClr val="B9000C"/>
        </a:solidFill>
        <a:latin typeface="Tahoma" panose="020B0604030504040204" pitchFamily="34" charset="0"/>
        <a:ea typeface="+mn-ea"/>
        <a:cs typeface="+mn-cs"/>
      </a:defRPr>
    </a:lvl4pPr>
    <a:lvl5pPr marL="1828800" algn="l" rtl="0" fontAlgn="base">
      <a:spcBef>
        <a:spcPct val="20000"/>
      </a:spcBef>
      <a:spcAft>
        <a:spcPct val="0"/>
      </a:spcAft>
      <a:buChar char="•"/>
      <a:defRPr sz="2400" b="1" kern="1200">
        <a:solidFill>
          <a:srgbClr val="B9000C"/>
        </a:solidFill>
        <a:latin typeface="Tahoma" panose="020B0604030504040204" pitchFamily="34" charset="0"/>
        <a:ea typeface="+mn-ea"/>
        <a:cs typeface="+mn-cs"/>
      </a:defRPr>
    </a:lvl5pPr>
    <a:lvl6pPr marL="2286000" algn="l" defTabSz="914400" rtl="0" eaLnBrk="1" latinLnBrk="0" hangingPunct="1">
      <a:defRPr sz="2400" b="1" kern="1200">
        <a:solidFill>
          <a:srgbClr val="B9000C"/>
        </a:solidFill>
        <a:latin typeface="Tahoma" panose="020B0604030504040204" pitchFamily="34" charset="0"/>
        <a:ea typeface="+mn-ea"/>
        <a:cs typeface="+mn-cs"/>
      </a:defRPr>
    </a:lvl6pPr>
    <a:lvl7pPr marL="2743200" algn="l" defTabSz="914400" rtl="0" eaLnBrk="1" latinLnBrk="0" hangingPunct="1">
      <a:defRPr sz="2400" b="1" kern="1200">
        <a:solidFill>
          <a:srgbClr val="B9000C"/>
        </a:solidFill>
        <a:latin typeface="Tahoma" panose="020B0604030504040204" pitchFamily="34" charset="0"/>
        <a:ea typeface="+mn-ea"/>
        <a:cs typeface="+mn-cs"/>
      </a:defRPr>
    </a:lvl7pPr>
    <a:lvl8pPr marL="3200400" algn="l" defTabSz="914400" rtl="0" eaLnBrk="1" latinLnBrk="0" hangingPunct="1">
      <a:defRPr sz="2400" b="1" kern="1200">
        <a:solidFill>
          <a:srgbClr val="B9000C"/>
        </a:solidFill>
        <a:latin typeface="Tahoma" panose="020B0604030504040204" pitchFamily="34" charset="0"/>
        <a:ea typeface="+mn-ea"/>
        <a:cs typeface="+mn-cs"/>
      </a:defRPr>
    </a:lvl8pPr>
    <a:lvl9pPr marL="3657600" algn="l" defTabSz="914400" rtl="0" eaLnBrk="1" latinLnBrk="0" hangingPunct="1">
      <a:defRPr sz="2400" b="1" kern="1200">
        <a:solidFill>
          <a:srgbClr val="B9000C"/>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32F2F"/>
    <a:srgbClr val="FEF7FF"/>
    <a:srgbClr val="00A9E0"/>
    <a:srgbClr val="33CCFF"/>
    <a:srgbClr val="E5E5E5"/>
    <a:srgbClr val="4D4D4D"/>
    <a:srgbClr val="FE000C"/>
    <a:srgbClr val="B9000C"/>
    <a:srgbClr val="1B85B9"/>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D53E1B-F0DF-4A16-838A-169E30D46ABA}" v="286" dt="2024-11-10T17:43:09.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3656" autoAdjust="0"/>
  </p:normalViewPr>
  <p:slideViewPr>
    <p:cSldViewPr showGuides="1">
      <p:cViewPr>
        <p:scale>
          <a:sx n="100" d="100"/>
          <a:sy n="100" d="100"/>
        </p:scale>
        <p:origin x="252" y="-246"/>
      </p:cViewPr>
      <p:guideLst>
        <p:guide orient="horz" pos="2160"/>
        <p:guide pos="3840"/>
      </p:guideLst>
    </p:cSldViewPr>
  </p:slideViewPr>
  <p:notesTextViewPr>
    <p:cViewPr>
      <p:scale>
        <a:sx n="1" d="1"/>
        <a:sy n="1" d="1"/>
      </p:scale>
      <p:origin x="0" y="0"/>
    </p:cViewPr>
  </p:notesTextViewPr>
  <p:notesViewPr>
    <p:cSldViewPr showGuides="1">
      <p:cViewPr varScale="1">
        <p:scale>
          <a:sx n="105" d="100"/>
          <a:sy n="105" d="100"/>
        </p:scale>
        <p:origin x="3276"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r Kaška" userId="5faa50ecbc275118" providerId="LiveId" clId="{86D53E1B-F0DF-4A16-838A-169E30D46ABA}"/>
    <pc:docChg chg="undo redo custSel addSld delSld modSld sldOrd">
      <pc:chgData name="Petr Kaška" userId="5faa50ecbc275118" providerId="LiveId" clId="{86D53E1B-F0DF-4A16-838A-169E30D46ABA}" dt="2024-11-10T17:57:28.285" v="14158" actId="20577"/>
      <pc:docMkLst>
        <pc:docMk/>
      </pc:docMkLst>
      <pc:sldChg chg="modSp mod">
        <pc:chgData name="Petr Kaška" userId="5faa50ecbc275118" providerId="LiveId" clId="{86D53E1B-F0DF-4A16-838A-169E30D46ABA}" dt="2024-11-01T14:16:27.270" v="9" actId="121"/>
        <pc:sldMkLst>
          <pc:docMk/>
          <pc:sldMk cId="0" sldId="256"/>
        </pc:sldMkLst>
        <pc:spChg chg="mod">
          <ac:chgData name="Petr Kaška" userId="5faa50ecbc275118" providerId="LiveId" clId="{86D53E1B-F0DF-4A16-838A-169E30D46ABA}" dt="2024-11-01T13:52:09.033" v="4" actId="14100"/>
          <ac:spMkLst>
            <pc:docMk/>
            <pc:sldMk cId="0" sldId="256"/>
            <ac:spMk id="6146" creationId="{00000000-0000-0000-0000-000000000000}"/>
          </ac:spMkLst>
        </pc:spChg>
        <pc:spChg chg="mod">
          <ac:chgData name="Petr Kaška" userId="5faa50ecbc275118" providerId="LiveId" clId="{86D53E1B-F0DF-4A16-838A-169E30D46ABA}" dt="2024-11-01T14:16:27.270" v="9" actId="121"/>
          <ac:spMkLst>
            <pc:docMk/>
            <pc:sldMk cId="0" sldId="256"/>
            <ac:spMk id="6147" creationId="{00000000-0000-0000-0000-000000000000}"/>
          </ac:spMkLst>
        </pc:spChg>
      </pc:sldChg>
      <pc:sldChg chg="addSp delSp modSp mod">
        <pc:chgData name="Petr Kaška" userId="5faa50ecbc275118" providerId="LiveId" clId="{86D53E1B-F0DF-4A16-838A-169E30D46ABA}" dt="2024-11-01T14:36:22.707" v="29" actId="20577"/>
        <pc:sldMkLst>
          <pc:docMk/>
          <pc:sldMk cId="4014949167" sldId="258"/>
        </pc:sldMkLst>
        <pc:spChg chg="del">
          <ac:chgData name="Petr Kaška" userId="5faa50ecbc275118" providerId="LiveId" clId="{86D53E1B-F0DF-4A16-838A-169E30D46ABA}" dt="2024-11-01T14:16:58.132" v="10" actId="478"/>
          <ac:spMkLst>
            <pc:docMk/>
            <pc:sldMk cId="4014949167" sldId="258"/>
            <ac:spMk id="2" creationId="{00000000-0000-0000-0000-000000000000}"/>
          </ac:spMkLst>
        </pc:spChg>
        <pc:spChg chg="del mod">
          <ac:chgData name="Petr Kaška" userId="5faa50ecbc275118" providerId="LiveId" clId="{86D53E1B-F0DF-4A16-838A-169E30D46ABA}" dt="2024-11-01T14:17:13.708" v="14" actId="478"/>
          <ac:spMkLst>
            <pc:docMk/>
            <pc:sldMk cId="4014949167" sldId="258"/>
            <ac:spMk id="3" creationId="{00000000-0000-0000-0000-000000000000}"/>
          </ac:spMkLst>
        </pc:spChg>
        <pc:spChg chg="add mod">
          <ac:chgData name="Petr Kaška" userId="5faa50ecbc275118" providerId="LiveId" clId="{86D53E1B-F0DF-4A16-838A-169E30D46ABA}" dt="2024-11-01T14:36:22.707" v="29" actId="20577"/>
          <ac:spMkLst>
            <pc:docMk/>
            <pc:sldMk cId="4014949167" sldId="258"/>
            <ac:spMk id="4" creationId="{DADFBD2D-C2A3-AA14-5892-E27234B12D5D}"/>
          </ac:spMkLst>
        </pc:spChg>
      </pc:sldChg>
      <pc:sldChg chg="addSp delSp modSp mod modNotesTx">
        <pc:chgData name="Petr Kaška" userId="5faa50ecbc275118" providerId="LiveId" clId="{86D53E1B-F0DF-4A16-838A-169E30D46ABA}" dt="2024-11-10T15:29:49.834" v="6415" actId="164"/>
        <pc:sldMkLst>
          <pc:docMk/>
          <pc:sldMk cId="1736365200" sldId="259"/>
        </pc:sldMkLst>
        <pc:spChg chg="del mod">
          <ac:chgData name="Petr Kaška" userId="5faa50ecbc275118" providerId="LiveId" clId="{86D53E1B-F0DF-4A16-838A-169E30D46ABA}" dt="2024-11-01T14:36:47.584" v="33" actId="478"/>
          <ac:spMkLst>
            <pc:docMk/>
            <pc:sldMk cId="1736365200" sldId="259"/>
            <ac:spMk id="2" creationId="{1952439E-5B2D-46FC-8227-C3523577CC4B}"/>
          </ac:spMkLst>
        </pc:spChg>
        <pc:grpChg chg="add mod">
          <ac:chgData name="Petr Kaška" userId="5faa50ecbc275118" providerId="LiveId" clId="{86D53E1B-F0DF-4A16-838A-169E30D46ABA}" dt="2024-11-10T15:29:49.834" v="6415" actId="164"/>
          <ac:grpSpMkLst>
            <pc:docMk/>
            <pc:sldMk cId="1736365200" sldId="259"/>
            <ac:grpSpMk id="5" creationId="{F46F9D4D-C2E9-C652-FF60-A8A51FC076C4}"/>
          </ac:grpSpMkLst>
        </pc:grpChg>
        <pc:picChg chg="add mod">
          <ac:chgData name="Petr Kaška" userId="5faa50ecbc275118" providerId="LiveId" clId="{86D53E1B-F0DF-4A16-838A-169E30D46ABA}" dt="2024-11-10T15:29:49.834" v="6415" actId="164"/>
          <ac:picMkLst>
            <pc:docMk/>
            <pc:sldMk cId="1736365200" sldId="259"/>
            <ac:picMk id="2" creationId="{28DF5698-2703-1AE6-8688-D02332A6D3A4}"/>
          </ac:picMkLst>
        </pc:picChg>
        <pc:picChg chg="add mod">
          <ac:chgData name="Petr Kaška" userId="5faa50ecbc275118" providerId="LiveId" clId="{86D53E1B-F0DF-4A16-838A-169E30D46ABA}" dt="2024-11-10T15:29:49.834" v="6415" actId="164"/>
          <ac:picMkLst>
            <pc:docMk/>
            <pc:sldMk cId="1736365200" sldId="259"/>
            <ac:picMk id="3" creationId="{3ADF4D25-44A3-508A-619D-DAA7428CBAE6}"/>
          </ac:picMkLst>
        </pc:picChg>
        <pc:picChg chg="add del">
          <ac:chgData name="Petr Kaška" userId="5faa50ecbc275118" providerId="LiveId" clId="{86D53E1B-F0DF-4A16-838A-169E30D46ABA}" dt="2024-11-01T15:02:10.948" v="1446" actId="478"/>
          <ac:picMkLst>
            <pc:docMk/>
            <pc:sldMk cId="1736365200" sldId="259"/>
            <ac:picMk id="5" creationId="{01BF0CBE-4D22-B9E7-21AB-92B0C6FE6FC7}"/>
          </ac:picMkLst>
        </pc:picChg>
        <pc:picChg chg="del">
          <ac:chgData name="Petr Kaška" userId="5faa50ecbc275118" providerId="LiveId" clId="{86D53E1B-F0DF-4A16-838A-169E30D46ABA}" dt="2024-11-01T14:36:30.823" v="30" actId="478"/>
          <ac:picMkLst>
            <pc:docMk/>
            <pc:sldMk cId="1736365200" sldId="259"/>
            <ac:picMk id="6" creationId="{45DF29E6-0BA7-4721-8580-7EB0C31851C5}"/>
          </ac:picMkLst>
        </pc:picChg>
        <pc:picChg chg="add mod">
          <ac:chgData name="Petr Kaška" userId="5faa50ecbc275118" providerId="LiveId" clId="{86D53E1B-F0DF-4A16-838A-169E30D46ABA}" dt="2024-11-01T16:09:25.395" v="4253" actId="34135"/>
          <ac:picMkLst>
            <pc:docMk/>
            <pc:sldMk cId="1736365200" sldId="259"/>
            <ac:picMk id="8" creationId="{0658FF55-CB1D-751D-A312-5136F22E05BB}"/>
          </ac:picMkLst>
        </pc:picChg>
        <pc:picChg chg="add mod ord">
          <ac:chgData name="Petr Kaška" userId="5faa50ecbc275118" providerId="LiveId" clId="{86D53E1B-F0DF-4A16-838A-169E30D46ABA}" dt="2024-11-01T16:09:27.760" v="4255" actId="1076"/>
          <ac:picMkLst>
            <pc:docMk/>
            <pc:sldMk cId="1736365200" sldId="259"/>
            <ac:picMk id="10" creationId="{2E8AEF1F-DDD9-B7C9-E991-72A5E44DDFEC}"/>
          </ac:picMkLst>
        </pc:picChg>
      </pc:sldChg>
      <pc:sldChg chg="del">
        <pc:chgData name="Petr Kaška" userId="5faa50ecbc275118" providerId="LiveId" clId="{86D53E1B-F0DF-4A16-838A-169E30D46ABA}" dt="2024-11-01T14:55:20.715" v="1006" actId="47"/>
        <pc:sldMkLst>
          <pc:docMk/>
          <pc:sldMk cId="3213570098" sldId="260"/>
        </pc:sldMkLst>
      </pc:sldChg>
      <pc:sldChg chg="addSp delSp modSp add mod modTransition modAnim modNotesTx">
        <pc:chgData name="Petr Kaška" userId="5faa50ecbc275118" providerId="LiveId" clId="{86D53E1B-F0DF-4A16-838A-169E30D46ABA}" dt="2024-11-10T15:52:22.842" v="9225" actId="20577"/>
        <pc:sldMkLst>
          <pc:docMk/>
          <pc:sldMk cId="4231499581" sldId="260"/>
        </pc:sldMkLst>
        <pc:spChg chg="add mod">
          <ac:chgData name="Petr Kaška" userId="5faa50ecbc275118" providerId="LiveId" clId="{86D53E1B-F0DF-4A16-838A-169E30D46ABA}" dt="2024-11-10T14:17:23.341" v="5382" actId="571"/>
          <ac:spMkLst>
            <pc:docMk/>
            <pc:sldMk cId="4231499581" sldId="260"/>
            <ac:spMk id="3" creationId="{17B7AE72-8293-9C4F-87B5-CD25A65BB4C1}"/>
          </ac:spMkLst>
        </pc:spChg>
        <pc:spChg chg="add mod">
          <ac:chgData name="Petr Kaška" userId="5faa50ecbc275118" providerId="LiveId" clId="{86D53E1B-F0DF-4A16-838A-169E30D46ABA}" dt="2024-11-10T14:17:23.341" v="5382" actId="571"/>
          <ac:spMkLst>
            <pc:docMk/>
            <pc:sldMk cId="4231499581" sldId="260"/>
            <ac:spMk id="5" creationId="{75B4DD57-F8F5-7EA1-D2BC-417BD2C6676F}"/>
          </ac:spMkLst>
        </pc:spChg>
        <pc:spChg chg="add mod">
          <ac:chgData name="Petr Kaška" userId="5faa50ecbc275118" providerId="LiveId" clId="{86D53E1B-F0DF-4A16-838A-169E30D46ABA}" dt="2024-11-10T14:17:23.341" v="5382" actId="571"/>
          <ac:spMkLst>
            <pc:docMk/>
            <pc:sldMk cId="4231499581" sldId="260"/>
            <ac:spMk id="6" creationId="{B54675B6-6091-C4D2-7D97-4D61303FBF30}"/>
          </ac:spMkLst>
        </pc:spChg>
        <pc:spChg chg="add mod topLvl">
          <ac:chgData name="Petr Kaška" userId="5faa50ecbc275118" providerId="LiveId" clId="{86D53E1B-F0DF-4A16-838A-169E30D46ABA}" dt="2024-11-10T14:17:50.797" v="5389" actId="571"/>
          <ac:spMkLst>
            <pc:docMk/>
            <pc:sldMk cId="4231499581" sldId="260"/>
            <ac:spMk id="9" creationId="{D51273A5-A6DA-6FC3-3C30-3CFAE6EE983E}"/>
          </ac:spMkLst>
        </pc:spChg>
        <pc:spChg chg="add mod ord topLvl">
          <ac:chgData name="Petr Kaška" userId="5faa50ecbc275118" providerId="LiveId" clId="{86D53E1B-F0DF-4A16-838A-169E30D46ABA}" dt="2024-11-10T14:18:05.683" v="5393" actId="164"/>
          <ac:spMkLst>
            <pc:docMk/>
            <pc:sldMk cId="4231499581" sldId="260"/>
            <ac:spMk id="13" creationId="{6AF8E402-A33B-3171-FA53-8108FE250EE1}"/>
          </ac:spMkLst>
        </pc:spChg>
        <pc:spChg chg="add mod">
          <ac:chgData name="Petr Kaška" userId="5faa50ecbc275118" providerId="LiveId" clId="{86D53E1B-F0DF-4A16-838A-169E30D46ABA}" dt="2024-11-10T14:18:05.683" v="5393" actId="164"/>
          <ac:spMkLst>
            <pc:docMk/>
            <pc:sldMk cId="4231499581" sldId="260"/>
            <ac:spMk id="14" creationId="{023B60A6-B1AE-C199-07F0-058AFE7B386F}"/>
          </ac:spMkLst>
        </pc:spChg>
        <pc:spChg chg="add mod ord">
          <ac:chgData name="Petr Kaška" userId="5faa50ecbc275118" providerId="LiveId" clId="{86D53E1B-F0DF-4A16-838A-169E30D46ABA}" dt="2024-11-10T14:18:05.683" v="5393" actId="164"/>
          <ac:spMkLst>
            <pc:docMk/>
            <pc:sldMk cId="4231499581" sldId="260"/>
            <ac:spMk id="15" creationId="{DDF8BCE5-14B0-8AFA-FB28-423F62A4A709}"/>
          </ac:spMkLst>
        </pc:spChg>
        <pc:spChg chg="add del mod">
          <ac:chgData name="Petr Kaška" userId="5faa50ecbc275118" providerId="LiveId" clId="{86D53E1B-F0DF-4A16-838A-169E30D46ABA}" dt="2024-11-01T15:11:50.557" v="1781" actId="478"/>
          <ac:spMkLst>
            <pc:docMk/>
            <pc:sldMk cId="4231499581" sldId="260"/>
            <ac:spMk id="16" creationId="{952AABB1-FE54-2231-AD6A-8E3BD8E84F13}"/>
          </ac:spMkLst>
        </pc:spChg>
        <pc:spChg chg="add mod">
          <ac:chgData name="Petr Kaška" userId="5faa50ecbc275118" providerId="LiveId" clId="{86D53E1B-F0DF-4A16-838A-169E30D46ABA}" dt="2024-11-10T14:18:05.683" v="5393" actId="164"/>
          <ac:spMkLst>
            <pc:docMk/>
            <pc:sldMk cId="4231499581" sldId="260"/>
            <ac:spMk id="17" creationId="{78397A51-42BF-2691-36A5-8E36B89AF9DF}"/>
          </ac:spMkLst>
        </pc:spChg>
        <pc:spChg chg="add mod">
          <ac:chgData name="Petr Kaška" userId="5faa50ecbc275118" providerId="LiveId" clId="{86D53E1B-F0DF-4A16-838A-169E30D46ABA}" dt="2024-11-10T14:18:05.683" v="5393" actId="164"/>
          <ac:spMkLst>
            <pc:docMk/>
            <pc:sldMk cId="4231499581" sldId="260"/>
            <ac:spMk id="18" creationId="{CADF3916-30C8-D871-D9DA-20EB89D852CE}"/>
          </ac:spMkLst>
        </pc:spChg>
        <pc:spChg chg="add mod topLvl">
          <ac:chgData name="Petr Kaška" userId="5faa50ecbc275118" providerId="LiveId" clId="{86D53E1B-F0DF-4A16-838A-169E30D46ABA}" dt="2024-11-10T14:18:05.683" v="5393" actId="164"/>
          <ac:spMkLst>
            <pc:docMk/>
            <pc:sldMk cId="4231499581" sldId="260"/>
            <ac:spMk id="19" creationId="{1E37614F-E22D-483F-EEFD-F355F5777A49}"/>
          </ac:spMkLst>
        </pc:spChg>
        <pc:spChg chg="add mod ord">
          <ac:chgData name="Petr Kaška" userId="5faa50ecbc275118" providerId="LiveId" clId="{86D53E1B-F0DF-4A16-838A-169E30D46ABA}" dt="2024-11-10T14:18:05.683" v="5393" actId="164"/>
          <ac:spMkLst>
            <pc:docMk/>
            <pc:sldMk cId="4231499581" sldId="260"/>
            <ac:spMk id="20" creationId="{06B3D49C-FAF0-A62A-E2EE-6B9AC5B5AEB4}"/>
          </ac:spMkLst>
        </pc:spChg>
        <pc:spChg chg="add mod topLvl">
          <ac:chgData name="Petr Kaška" userId="5faa50ecbc275118" providerId="LiveId" clId="{86D53E1B-F0DF-4A16-838A-169E30D46ABA}" dt="2024-11-10T14:18:05.683" v="5393" actId="164"/>
          <ac:spMkLst>
            <pc:docMk/>
            <pc:sldMk cId="4231499581" sldId="260"/>
            <ac:spMk id="21" creationId="{2A877B92-ECF9-A4E4-65C2-4D651405CACE}"/>
          </ac:spMkLst>
        </pc:spChg>
        <pc:spChg chg="add mod">
          <ac:chgData name="Petr Kaška" userId="5faa50ecbc275118" providerId="LiveId" clId="{86D53E1B-F0DF-4A16-838A-169E30D46ABA}" dt="2024-11-10T14:18:05.683" v="5393" actId="164"/>
          <ac:spMkLst>
            <pc:docMk/>
            <pc:sldMk cId="4231499581" sldId="260"/>
            <ac:spMk id="22" creationId="{534FEC82-6877-B3C0-6AB3-254E799D1BEF}"/>
          </ac:spMkLst>
        </pc:spChg>
        <pc:spChg chg="add mod ord">
          <ac:chgData name="Petr Kaška" userId="5faa50ecbc275118" providerId="LiveId" clId="{86D53E1B-F0DF-4A16-838A-169E30D46ABA}" dt="2024-11-10T14:18:05.683" v="5393" actId="164"/>
          <ac:spMkLst>
            <pc:docMk/>
            <pc:sldMk cId="4231499581" sldId="260"/>
            <ac:spMk id="23" creationId="{66568CDE-C48B-E64B-55D1-5DBB0864FEAD}"/>
          </ac:spMkLst>
        </pc:spChg>
        <pc:spChg chg="add mod">
          <ac:chgData name="Petr Kaška" userId="5faa50ecbc275118" providerId="LiveId" clId="{86D53E1B-F0DF-4A16-838A-169E30D46ABA}" dt="2024-11-10T14:18:05.683" v="5393" actId="164"/>
          <ac:spMkLst>
            <pc:docMk/>
            <pc:sldMk cId="4231499581" sldId="260"/>
            <ac:spMk id="24" creationId="{9C81D1EE-0141-D87B-3DD5-48AB4DB7DCF0}"/>
          </ac:spMkLst>
        </pc:spChg>
        <pc:spChg chg="add mod">
          <ac:chgData name="Petr Kaška" userId="5faa50ecbc275118" providerId="LiveId" clId="{86D53E1B-F0DF-4A16-838A-169E30D46ABA}" dt="2024-11-10T14:18:05.683" v="5393" actId="164"/>
          <ac:spMkLst>
            <pc:docMk/>
            <pc:sldMk cId="4231499581" sldId="260"/>
            <ac:spMk id="25" creationId="{6400F196-18D4-54C2-C3E3-02884950E03F}"/>
          </ac:spMkLst>
        </pc:spChg>
        <pc:spChg chg="add mod">
          <ac:chgData name="Petr Kaška" userId="5faa50ecbc275118" providerId="LiveId" clId="{86D53E1B-F0DF-4A16-838A-169E30D46ABA}" dt="2024-11-10T14:18:05.683" v="5393" actId="164"/>
          <ac:spMkLst>
            <pc:docMk/>
            <pc:sldMk cId="4231499581" sldId="260"/>
            <ac:spMk id="27" creationId="{1E0F7B7E-3CF4-5788-AD4E-ED71972D2F50}"/>
          </ac:spMkLst>
        </pc:spChg>
        <pc:spChg chg="add mod">
          <ac:chgData name="Petr Kaška" userId="5faa50ecbc275118" providerId="LiveId" clId="{86D53E1B-F0DF-4A16-838A-169E30D46ABA}" dt="2024-11-10T14:18:05.683" v="5393" actId="164"/>
          <ac:spMkLst>
            <pc:docMk/>
            <pc:sldMk cId="4231499581" sldId="260"/>
            <ac:spMk id="28" creationId="{3C09C18F-CB37-9201-EC39-8860C262F062}"/>
          </ac:spMkLst>
        </pc:spChg>
        <pc:spChg chg="add mod">
          <ac:chgData name="Petr Kaška" userId="5faa50ecbc275118" providerId="LiveId" clId="{86D53E1B-F0DF-4A16-838A-169E30D46ABA}" dt="2024-11-10T14:18:05.683" v="5393" actId="164"/>
          <ac:spMkLst>
            <pc:docMk/>
            <pc:sldMk cId="4231499581" sldId="260"/>
            <ac:spMk id="29" creationId="{ACD186B9-CE03-2E38-F4D6-44B3C12F9127}"/>
          </ac:spMkLst>
        </pc:spChg>
        <pc:spChg chg="add mod">
          <ac:chgData name="Petr Kaška" userId="5faa50ecbc275118" providerId="LiveId" clId="{86D53E1B-F0DF-4A16-838A-169E30D46ABA}" dt="2024-11-10T14:18:05.683" v="5393" actId="164"/>
          <ac:spMkLst>
            <pc:docMk/>
            <pc:sldMk cId="4231499581" sldId="260"/>
            <ac:spMk id="32" creationId="{0BE943F9-FE01-F8DA-D04C-30F63D6BF02D}"/>
          </ac:spMkLst>
        </pc:spChg>
        <pc:spChg chg="add mod">
          <ac:chgData name="Petr Kaška" userId="5faa50ecbc275118" providerId="LiveId" clId="{86D53E1B-F0DF-4A16-838A-169E30D46ABA}" dt="2024-11-10T14:18:05.683" v="5393" actId="164"/>
          <ac:spMkLst>
            <pc:docMk/>
            <pc:sldMk cId="4231499581" sldId="260"/>
            <ac:spMk id="33" creationId="{6125149B-A003-8B06-C5F6-BA8593B39DD0}"/>
          </ac:spMkLst>
        </pc:spChg>
        <pc:spChg chg="add mod">
          <ac:chgData name="Petr Kaška" userId="5faa50ecbc275118" providerId="LiveId" clId="{86D53E1B-F0DF-4A16-838A-169E30D46ABA}" dt="2024-11-10T14:18:05.683" v="5393" actId="164"/>
          <ac:spMkLst>
            <pc:docMk/>
            <pc:sldMk cId="4231499581" sldId="260"/>
            <ac:spMk id="34" creationId="{2C7D4E29-6AF8-5DA2-F225-392ED65D26D1}"/>
          </ac:spMkLst>
        </pc:spChg>
        <pc:grpChg chg="add del mod">
          <ac:chgData name="Petr Kaška" userId="5faa50ecbc275118" providerId="LiveId" clId="{86D53E1B-F0DF-4A16-838A-169E30D46ABA}" dt="2024-11-10T14:17:51.458" v="5390" actId="164"/>
          <ac:grpSpMkLst>
            <pc:docMk/>
            <pc:sldMk cId="4231499581" sldId="260"/>
            <ac:grpSpMk id="7" creationId="{203E72C7-D65B-EEA8-31FC-F8CED9C45118}"/>
          </ac:grpSpMkLst>
        </pc:grpChg>
        <pc:grpChg chg="add mod">
          <ac:chgData name="Petr Kaška" userId="5faa50ecbc275118" providerId="LiveId" clId="{86D53E1B-F0DF-4A16-838A-169E30D46ABA}" dt="2024-11-10T14:18:13.357" v="5396" actId="1076"/>
          <ac:grpSpMkLst>
            <pc:docMk/>
            <pc:sldMk cId="4231499581" sldId="260"/>
            <ac:grpSpMk id="10" creationId="{AE757919-A9FB-2628-D763-FBD17757687F}"/>
          </ac:grpSpMkLst>
        </pc:grpChg>
        <pc:picChg chg="add mod">
          <ac:chgData name="Petr Kaška" userId="5faa50ecbc275118" providerId="LiveId" clId="{86D53E1B-F0DF-4A16-838A-169E30D46ABA}" dt="2024-11-10T14:17:23.341" v="5382" actId="571"/>
          <ac:picMkLst>
            <pc:docMk/>
            <pc:sldMk cId="4231499581" sldId="260"/>
            <ac:picMk id="2" creationId="{3DA69BA1-D417-4973-8597-3B61B20EBDC4}"/>
          </ac:picMkLst>
        </pc:picChg>
        <pc:picChg chg="add del mod">
          <ac:chgData name="Petr Kaška" userId="5faa50ecbc275118" providerId="LiveId" clId="{86D53E1B-F0DF-4A16-838A-169E30D46ABA}" dt="2024-11-01T15:20:47.418" v="1872" actId="478"/>
          <ac:picMkLst>
            <pc:docMk/>
            <pc:sldMk cId="4231499581" sldId="260"/>
            <ac:picMk id="3" creationId="{26C69B6A-5EEE-1398-7A9C-0C303C6E982F}"/>
          </ac:picMkLst>
        </pc:picChg>
        <pc:picChg chg="del">
          <ac:chgData name="Petr Kaška" userId="5faa50ecbc275118" providerId="LiveId" clId="{86D53E1B-F0DF-4A16-838A-169E30D46ABA}" dt="2024-11-01T14:55:29.508" v="1012" actId="478"/>
          <ac:picMkLst>
            <pc:docMk/>
            <pc:sldMk cId="4231499581" sldId="260"/>
            <ac:picMk id="5" creationId="{E025C63E-EF14-C167-8E11-B8C00100B81E}"/>
          </ac:picMkLst>
        </pc:picChg>
        <pc:picChg chg="add del mod">
          <ac:chgData name="Petr Kaška" userId="5faa50ecbc275118" providerId="LiveId" clId="{86D53E1B-F0DF-4A16-838A-169E30D46ABA}" dt="2024-11-01T15:09:03.302" v="1758" actId="478"/>
          <ac:picMkLst>
            <pc:docMk/>
            <pc:sldMk cId="4231499581" sldId="260"/>
            <ac:picMk id="7" creationId="{40683F69-056D-CFD3-ED0C-85B4BB27FEB6}"/>
          </ac:picMkLst>
        </pc:picChg>
        <pc:picChg chg="add mod topLvl">
          <ac:chgData name="Petr Kaška" userId="5faa50ecbc275118" providerId="LiveId" clId="{86D53E1B-F0DF-4A16-838A-169E30D46ABA}" dt="2024-11-10T14:17:50.797" v="5389" actId="571"/>
          <ac:picMkLst>
            <pc:docMk/>
            <pc:sldMk cId="4231499581" sldId="260"/>
            <ac:picMk id="8" creationId="{D3C1754F-312A-6C0D-C9B5-E33FE740D85F}"/>
          </ac:picMkLst>
        </pc:picChg>
        <pc:picChg chg="del">
          <ac:chgData name="Petr Kaška" userId="5faa50ecbc275118" providerId="LiveId" clId="{86D53E1B-F0DF-4A16-838A-169E30D46ABA}" dt="2024-11-01T14:55:28.458" v="1011" actId="478"/>
          <ac:picMkLst>
            <pc:docMk/>
            <pc:sldMk cId="4231499581" sldId="260"/>
            <ac:picMk id="8" creationId="{E73250F0-9E3E-4F5D-9666-40EBFA4440BB}"/>
          </ac:picMkLst>
        </pc:picChg>
        <pc:picChg chg="add del mod">
          <ac:chgData name="Petr Kaška" userId="5faa50ecbc275118" providerId="LiveId" clId="{86D53E1B-F0DF-4A16-838A-169E30D46ABA}" dt="2024-11-01T15:09:28.818" v="1761" actId="478"/>
          <ac:picMkLst>
            <pc:docMk/>
            <pc:sldMk cId="4231499581" sldId="260"/>
            <ac:picMk id="10" creationId="{70B826BD-7DC0-72C4-65C2-F48E5B8535F7}"/>
          </ac:picMkLst>
        </pc:picChg>
        <pc:picChg chg="add mod topLvl">
          <ac:chgData name="Petr Kaška" userId="5faa50ecbc275118" providerId="LiveId" clId="{86D53E1B-F0DF-4A16-838A-169E30D46ABA}" dt="2024-11-10T14:18:05.683" v="5393" actId="164"/>
          <ac:picMkLst>
            <pc:docMk/>
            <pc:sldMk cId="4231499581" sldId="260"/>
            <ac:picMk id="12" creationId="{EDFA89D7-5C15-4825-5D46-719F31F21050}"/>
          </ac:picMkLst>
        </pc:picChg>
        <pc:picChg chg="add mod">
          <ac:chgData name="Petr Kaška" userId="5faa50ecbc275118" providerId="LiveId" clId="{86D53E1B-F0DF-4A16-838A-169E30D46ABA}" dt="2024-11-01T15:17:29.681" v="1855" actId="1076"/>
          <ac:picMkLst>
            <pc:docMk/>
            <pc:sldMk cId="4231499581" sldId="260"/>
            <ac:picMk id="26" creationId="{E318D310-1982-8591-B818-BEA60143B31B}"/>
          </ac:picMkLst>
        </pc:picChg>
        <pc:picChg chg="add mod">
          <ac:chgData name="Petr Kaška" userId="5faa50ecbc275118" providerId="LiveId" clId="{86D53E1B-F0DF-4A16-838A-169E30D46ABA}" dt="2024-11-01T15:20:56.359" v="1875" actId="1076"/>
          <ac:picMkLst>
            <pc:docMk/>
            <pc:sldMk cId="4231499581" sldId="260"/>
            <ac:picMk id="31" creationId="{079AF3E2-0290-0343-1FCD-B3499E57C7F5}"/>
          </ac:picMkLst>
        </pc:picChg>
      </pc:sldChg>
      <pc:sldChg chg="del">
        <pc:chgData name="Petr Kaška" userId="5faa50ecbc275118" providerId="LiveId" clId="{86D53E1B-F0DF-4A16-838A-169E30D46ABA}" dt="2024-11-01T14:55:21.391" v="1007" actId="47"/>
        <pc:sldMkLst>
          <pc:docMk/>
          <pc:sldMk cId="1893770871" sldId="261"/>
        </pc:sldMkLst>
      </pc:sldChg>
      <pc:sldChg chg="addSp delSp modSp add mod ord modAnim modNotesTx">
        <pc:chgData name="Petr Kaška" userId="5faa50ecbc275118" providerId="LiveId" clId="{86D53E1B-F0DF-4A16-838A-169E30D46ABA}" dt="2024-11-10T17:57:28.285" v="14158" actId="20577"/>
        <pc:sldMkLst>
          <pc:docMk/>
          <pc:sldMk cId="1974500873" sldId="261"/>
        </pc:sldMkLst>
        <pc:spChg chg="add mod">
          <ac:chgData name="Petr Kaška" userId="5faa50ecbc275118" providerId="LiveId" clId="{86D53E1B-F0DF-4A16-838A-169E30D46ABA}" dt="2024-11-10T14:19:16.981" v="5410" actId="20577"/>
          <ac:spMkLst>
            <pc:docMk/>
            <pc:sldMk cId="1974500873" sldId="261"/>
            <ac:spMk id="2" creationId="{C872979F-F4E2-AAE1-7A0F-A89051C91A4F}"/>
          </ac:spMkLst>
        </pc:spChg>
        <pc:spChg chg="del mod">
          <ac:chgData name="Petr Kaška" userId="5faa50ecbc275118" providerId="LiveId" clId="{86D53E1B-F0DF-4A16-838A-169E30D46ABA}" dt="2024-11-01T15:23:52.074" v="2106"/>
          <ac:spMkLst>
            <pc:docMk/>
            <pc:sldMk cId="1974500873" sldId="261"/>
            <ac:spMk id="4" creationId="{6F841CC2-BA1A-74FA-BB4F-A6A0F9A8591C}"/>
          </ac:spMkLst>
        </pc:spChg>
        <pc:spChg chg="add mod">
          <ac:chgData name="Petr Kaška" userId="5faa50ecbc275118" providerId="LiveId" clId="{86D53E1B-F0DF-4A16-838A-169E30D46ABA}" dt="2024-11-01T15:29:13.693" v="2539" actId="14100"/>
          <ac:spMkLst>
            <pc:docMk/>
            <pc:sldMk cId="1974500873" sldId="261"/>
            <ac:spMk id="6" creationId="{4A156D0F-D71B-B15D-E236-F1D2CE20CEC6}"/>
          </ac:spMkLst>
        </pc:spChg>
        <pc:picChg chg="add mod">
          <ac:chgData name="Petr Kaška" userId="5faa50ecbc275118" providerId="LiveId" clId="{86D53E1B-F0DF-4A16-838A-169E30D46ABA}" dt="2024-11-01T15:28:04.447" v="2482" actId="1076"/>
          <ac:picMkLst>
            <pc:docMk/>
            <pc:sldMk cId="1974500873" sldId="261"/>
            <ac:picMk id="3" creationId="{E7F3A948-8C7F-6BE1-9BC8-C7FBCB4E66AA}"/>
          </ac:picMkLst>
        </pc:picChg>
      </pc:sldChg>
      <pc:sldChg chg="delSp add del mod ord">
        <pc:chgData name="Petr Kaška" userId="5faa50ecbc275118" providerId="LiveId" clId="{86D53E1B-F0DF-4A16-838A-169E30D46ABA}" dt="2024-11-01T15:37:53.336" v="3095" actId="47"/>
        <pc:sldMkLst>
          <pc:docMk/>
          <pc:sldMk cId="978576243" sldId="262"/>
        </pc:sldMkLst>
        <pc:spChg chg="del">
          <ac:chgData name="Petr Kaška" userId="5faa50ecbc275118" providerId="LiveId" clId="{86D53E1B-F0DF-4A16-838A-169E30D46ABA}" dt="2024-11-01T15:33:27.529" v="3016" actId="478"/>
          <ac:spMkLst>
            <pc:docMk/>
            <pc:sldMk cId="978576243" sldId="262"/>
            <ac:spMk id="4" creationId="{A35786B4-8AA9-B3B9-2193-745AE649A5F8}"/>
          </ac:spMkLst>
        </pc:spChg>
      </pc:sldChg>
      <pc:sldChg chg="del">
        <pc:chgData name="Petr Kaška" userId="5faa50ecbc275118" providerId="LiveId" clId="{86D53E1B-F0DF-4A16-838A-169E30D46ABA}" dt="2024-11-01T14:55:22.237" v="1008" actId="47"/>
        <pc:sldMkLst>
          <pc:docMk/>
          <pc:sldMk cId="1744673043" sldId="262"/>
        </pc:sldMkLst>
      </pc:sldChg>
      <pc:sldChg chg="addSp delSp modSp add mod ord modNotesTx">
        <pc:chgData name="Petr Kaška" userId="5faa50ecbc275118" providerId="LiveId" clId="{86D53E1B-F0DF-4A16-838A-169E30D46ABA}" dt="2024-11-10T17:53:17.003" v="14153" actId="20577"/>
        <pc:sldMkLst>
          <pc:docMk/>
          <pc:sldMk cId="3137557302" sldId="263"/>
        </pc:sldMkLst>
        <pc:spChg chg="add del mod">
          <ac:chgData name="Petr Kaška" userId="5faa50ecbc275118" providerId="LiveId" clId="{86D53E1B-F0DF-4A16-838A-169E30D46ABA}" dt="2024-11-01T16:08:21.688" v="4228" actId="21"/>
          <ac:spMkLst>
            <pc:docMk/>
            <pc:sldMk cId="3137557302" sldId="263"/>
            <ac:spMk id="2" creationId="{31513570-FEF0-E1FD-AEAF-844EB449EF05}"/>
          </ac:spMkLst>
        </pc:spChg>
        <pc:spChg chg="mod">
          <ac:chgData name="Petr Kaška" userId="5faa50ecbc275118" providerId="LiveId" clId="{86D53E1B-F0DF-4A16-838A-169E30D46ABA}" dt="2024-11-10T17:53:17.003" v="14153" actId="20577"/>
          <ac:spMkLst>
            <pc:docMk/>
            <pc:sldMk cId="3137557302" sldId="263"/>
            <ac:spMk id="4" creationId="{C4526AF3-96EB-484E-7EEB-C6286A2F8490}"/>
          </ac:spMkLst>
        </pc:spChg>
      </pc:sldChg>
      <pc:sldChg chg="addSp delSp modSp add mod ord modNotesTx">
        <pc:chgData name="Petr Kaška" userId="5faa50ecbc275118" providerId="LiveId" clId="{86D53E1B-F0DF-4A16-838A-169E30D46ABA}" dt="2024-11-10T17:24:14.956" v="13950" actId="1076"/>
        <pc:sldMkLst>
          <pc:docMk/>
          <pc:sldMk cId="351174122" sldId="264"/>
        </pc:sldMkLst>
        <pc:spChg chg="mod">
          <ac:chgData name="Petr Kaška" userId="5faa50ecbc275118" providerId="LiveId" clId="{86D53E1B-F0DF-4A16-838A-169E30D46ABA}" dt="2024-11-10T17:24:12.863" v="13949"/>
          <ac:spMkLst>
            <pc:docMk/>
            <pc:sldMk cId="351174122" sldId="264"/>
            <ac:spMk id="4" creationId="{C522D464-65AF-9C36-8F07-4741A9016006}"/>
          </ac:spMkLst>
        </pc:spChg>
        <pc:spChg chg="del mod">
          <ac:chgData name="Petr Kaška" userId="5faa50ecbc275118" providerId="LiveId" clId="{86D53E1B-F0DF-4A16-838A-169E30D46ABA}" dt="2024-11-01T15:45:33.359" v="3612"/>
          <ac:spMkLst>
            <pc:docMk/>
            <pc:sldMk cId="351174122" sldId="264"/>
            <ac:spMk id="4" creationId="{C69C8E81-61B3-DC87-E1F7-8621ACF35FD2}"/>
          </ac:spMkLst>
        </pc:spChg>
        <pc:spChg chg="add del mod">
          <ac:chgData name="Petr Kaška" userId="5faa50ecbc275118" providerId="LiveId" clId="{86D53E1B-F0DF-4A16-838A-169E30D46ABA}" dt="2024-11-01T16:08:40.487" v="4243" actId="478"/>
          <ac:spMkLst>
            <pc:docMk/>
            <pc:sldMk cId="351174122" sldId="264"/>
            <ac:spMk id="6" creationId="{31513570-FEF0-E1FD-AEAF-844EB449EF05}"/>
          </ac:spMkLst>
        </pc:spChg>
        <pc:spChg chg="add del mod">
          <ac:chgData name="Petr Kaška" userId="5faa50ecbc275118" providerId="LiveId" clId="{86D53E1B-F0DF-4A16-838A-169E30D46ABA}" dt="2024-11-01T16:08:45.546" v="4246" actId="478"/>
          <ac:spMkLst>
            <pc:docMk/>
            <pc:sldMk cId="351174122" sldId="264"/>
            <ac:spMk id="8" creationId="{1990BC6C-AC4E-7EC6-0D66-44B4BB046EBD}"/>
          </ac:spMkLst>
        </pc:spChg>
        <pc:spChg chg="mod">
          <ac:chgData name="Petr Kaška" userId="5faa50ecbc275118" providerId="LiveId" clId="{86D53E1B-F0DF-4A16-838A-169E30D46ABA}" dt="2024-11-10T17:24:12.863" v="13949"/>
          <ac:spMkLst>
            <pc:docMk/>
            <pc:sldMk cId="351174122" sldId="264"/>
            <ac:spMk id="8" creationId="{CD8D92F0-81A1-502B-3695-CCC054D3421F}"/>
          </ac:spMkLst>
        </pc:spChg>
        <pc:spChg chg="add mod">
          <ac:chgData name="Petr Kaška" userId="5faa50ecbc275118" providerId="LiveId" clId="{86D53E1B-F0DF-4A16-838A-169E30D46ABA}" dt="2024-11-01T16:10:12.691" v="4264" actId="20577"/>
          <ac:spMkLst>
            <pc:docMk/>
            <pc:sldMk cId="351174122" sldId="264"/>
            <ac:spMk id="9" creationId="{FF0437F9-1404-D017-7C49-D9C8295B89E5}"/>
          </ac:spMkLst>
        </pc:spChg>
        <pc:grpChg chg="add mod">
          <ac:chgData name="Petr Kaška" userId="5faa50ecbc275118" providerId="LiveId" clId="{86D53E1B-F0DF-4A16-838A-169E30D46ABA}" dt="2024-11-10T17:24:14.956" v="13950" actId="1076"/>
          <ac:grpSpMkLst>
            <pc:docMk/>
            <pc:sldMk cId="351174122" sldId="264"/>
            <ac:grpSpMk id="10" creationId="{923BE80E-61AD-604F-8CBF-C4EF9491C2D4}"/>
          </ac:grpSpMkLst>
        </pc:grpChg>
        <pc:picChg chg="add del mod">
          <ac:chgData name="Petr Kaška" userId="5faa50ecbc275118" providerId="LiveId" clId="{86D53E1B-F0DF-4A16-838A-169E30D46ABA}" dt="2024-11-01T16:01:30.271" v="3790" actId="478"/>
          <ac:picMkLst>
            <pc:docMk/>
            <pc:sldMk cId="351174122" sldId="264"/>
            <ac:picMk id="3" creationId="{490B4DBA-6C74-34CD-B0A2-40E7F9D8EFBB}"/>
          </ac:picMkLst>
        </pc:picChg>
        <pc:picChg chg="add mod">
          <ac:chgData name="Petr Kaška" userId="5faa50ecbc275118" providerId="LiveId" clId="{86D53E1B-F0DF-4A16-838A-169E30D46ABA}" dt="2024-11-01T16:27:12.749" v="4495" actId="1076"/>
          <ac:picMkLst>
            <pc:docMk/>
            <pc:sldMk cId="351174122" sldId="264"/>
            <ac:picMk id="1026" creationId="{956FB928-C7C2-8060-A274-F8B375F15EF6}"/>
          </ac:picMkLst>
        </pc:picChg>
      </pc:sldChg>
      <pc:sldChg chg="add del">
        <pc:chgData name="Petr Kaška" userId="5faa50ecbc275118" providerId="LiveId" clId="{86D53E1B-F0DF-4A16-838A-169E30D46ABA}" dt="2024-11-01T16:07:22.621" v="4097"/>
        <pc:sldMkLst>
          <pc:docMk/>
          <pc:sldMk cId="527294327" sldId="265"/>
        </pc:sldMkLst>
      </pc:sldChg>
      <pc:sldChg chg="addSp delSp modSp add del mod modNotesTx">
        <pc:chgData name="Petr Kaška" userId="5faa50ecbc275118" providerId="LiveId" clId="{86D53E1B-F0DF-4A16-838A-169E30D46ABA}" dt="2024-11-10T17:23:13.114" v="13929"/>
        <pc:sldMkLst>
          <pc:docMk/>
          <pc:sldMk cId="1619454845" sldId="265"/>
        </pc:sldMkLst>
        <pc:spChg chg="mod">
          <ac:chgData name="Petr Kaška" userId="5faa50ecbc275118" providerId="LiveId" clId="{86D53E1B-F0DF-4A16-838A-169E30D46ABA}" dt="2024-11-10T17:23:13.114" v="13929"/>
          <ac:spMkLst>
            <pc:docMk/>
            <pc:sldMk cId="1619454845" sldId="265"/>
            <ac:spMk id="3" creationId="{A69DDE57-D39D-C5B4-A613-9856D7F70D25}"/>
          </ac:spMkLst>
        </pc:spChg>
        <pc:spChg chg="mod">
          <ac:chgData name="Petr Kaška" userId="5faa50ecbc275118" providerId="LiveId" clId="{86D53E1B-F0DF-4A16-838A-169E30D46ABA}" dt="2024-11-10T17:23:13.114" v="13929"/>
          <ac:spMkLst>
            <pc:docMk/>
            <pc:sldMk cId="1619454845" sldId="265"/>
            <ac:spMk id="6" creationId="{6D6FFF24-A628-34E7-2C11-4EDD6BE23263}"/>
          </ac:spMkLst>
        </pc:spChg>
        <pc:spChg chg="mod">
          <ac:chgData name="Petr Kaška" userId="5faa50ecbc275118" providerId="LiveId" clId="{86D53E1B-F0DF-4A16-838A-169E30D46ABA}" dt="2024-11-10T17:23:13.114" v="13929"/>
          <ac:spMkLst>
            <pc:docMk/>
            <pc:sldMk cId="1619454845" sldId="265"/>
            <ac:spMk id="7" creationId="{945A9E56-E59E-B478-0062-E3F988DF460E}"/>
          </ac:spMkLst>
        </pc:spChg>
        <pc:spChg chg="mod">
          <ac:chgData name="Petr Kaška" userId="5faa50ecbc275118" providerId="LiveId" clId="{86D53E1B-F0DF-4A16-838A-169E30D46ABA}" dt="2024-11-01T16:21:26.588" v="4445"/>
          <ac:spMkLst>
            <pc:docMk/>
            <pc:sldMk cId="1619454845" sldId="265"/>
            <ac:spMk id="9" creationId="{8A11C33F-320D-F0D1-31E2-415FD2DFD42C}"/>
          </ac:spMkLst>
        </pc:spChg>
        <pc:grpChg chg="add mod">
          <ac:chgData name="Petr Kaška" userId="5faa50ecbc275118" providerId="LiveId" clId="{86D53E1B-F0DF-4A16-838A-169E30D46ABA}" dt="2024-11-10T17:23:13.114" v="13929"/>
          <ac:grpSpMkLst>
            <pc:docMk/>
            <pc:sldMk cId="1619454845" sldId="265"/>
            <ac:grpSpMk id="2" creationId="{2A1E354D-F723-30FF-C835-5B682CA0FB3B}"/>
          </ac:grpSpMkLst>
        </pc:grpChg>
        <pc:grpChg chg="mod">
          <ac:chgData name="Petr Kaška" userId="5faa50ecbc275118" providerId="LiveId" clId="{86D53E1B-F0DF-4A16-838A-169E30D46ABA}" dt="2024-11-10T17:23:13.114" v="13929"/>
          <ac:grpSpMkLst>
            <pc:docMk/>
            <pc:sldMk cId="1619454845" sldId="265"/>
            <ac:grpSpMk id="4" creationId="{D533F332-C38C-52E4-ADD1-FB41D42AB85D}"/>
          </ac:grpSpMkLst>
        </pc:grpChg>
        <pc:picChg chg="add del mod">
          <ac:chgData name="Petr Kaška" userId="5faa50ecbc275118" providerId="LiveId" clId="{86D53E1B-F0DF-4A16-838A-169E30D46ABA}" dt="2024-11-01T16:17:49.639" v="4430" actId="478"/>
          <ac:picMkLst>
            <pc:docMk/>
            <pc:sldMk cId="1619454845" sldId="265"/>
            <ac:picMk id="3" creationId="{69261AE1-F768-5E2F-AC59-0D6B0B52C7D5}"/>
          </ac:picMkLst>
        </pc:picChg>
        <pc:picChg chg="add del">
          <ac:chgData name="Petr Kaška" userId="5faa50ecbc275118" providerId="LiveId" clId="{86D53E1B-F0DF-4A16-838A-169E30D46ABA}" dt="2024-11-01T16:17:23.732" v="4417" actId="22"/>
          <ac:picMkLst>
            <pc:docMk/>
            <pc:sldMk cId="1619454845" sldId="265"/>
            <ac:picMk id="6" creationId="{DF714CC2-43F0-E822-EF5A-18DA23CF614B}"/>
          </ac:picMkLst>
        </pc:picChg>
        <pc:picChg chg="add del">
          <ac:chgData name="Petr Kaška" userId="5faa50ecbc275118" providerId="LiveId" clId="{86D53E1B-F0DF-4A16-838A-169E30D46ABA}" dt="2024-11-01T16:17:22.323" v="4416" actId="22"/>
          <ac:picMkLst>
            <pc:docMk/>
            <pc:sldMk cId="1619454845" sldId="265"/>
            <ac:picMk id="8" creationId="{C640496C-5FD5-9808-2361-A5F56A1079BD}"/>
          </ac:picMkLst>
        </pc:picChg>
        <pc:picChg chg="add">
          <ac:chgData name="Petr Kaška" userId="5faa50ecbc275118" providerId="LiveId" clId="{86D53E1B-F0DF-4A16-838A-169E30D46ABA}" dt="2024-11-01T16:18:01.955" v="4432" actId="22"/>
          <ac:picMkLst>
            <pc:docMk/>
            <pc:sldMk cId="1619454845" sldId="265"/>
            <ac:picMk id="11" creationId="{4E1CE6BC-C1F0-BBAF-E9E9-452780BC0F83}"/>
          </ac:picMkLst>
        </pc:picChg>
        <pc:picChg chg="del">
          <ac:chgData name="Petr Kaška" userId="5faa50ecbc275118" providerId="LiveId" clId="{86D53E1B-F0DF-4A16-838A-169E30D46ABA}" dt="2024-11-01T16:10:34.719" v="4277" actId="478"/>
          <ac:picMkLst>
            <pc:docMk/>
            <pc:sldMk cId="1619454845" sldId="265"/>
            <ac:picMk id="1026" creationId="{4EBE6F7E-9B8A-12DA-A3EB-03AF5E3B2AD0}"/>
          </ac:picMkLst>
        </pc:picChg>
      </pc:sldChg>
      <pc:sldChg chg="delSp add del mod modNotesTx">
        <pc:chgData name="Petr Kaška" userId="5faa50ecbc275118" providerId="LiveId" clId="{86D53E1B-F0DF-4A16-838A-169E30D46ABA}" dt="2024-11-01T16:10:21.572" v="4265" actId="47"/>
        <pc:sldMkLst>
          <pc:docMk/>
          <pc:sldMk cId="1745221582" sldId="265"/>
        </pc:sldMkLst>
        <pc:spChg chg="del">
          <ac:chgData name="Petr Kaška" userId="5faa50ecbc275118" providerId="LiveId" clId="{86D53E1B-F0DF-4A16-838A-169E30D46ABA}" dt="2024-11-01T16:07:33.493" v="4117" actId="478"/>
          <ac:spMkLst>
            <pc:docMk/>
            <pc:sldMk cId="1745221582" sldId="265"/>
            <ac:spMk id="4" creationId="{1C8F5E9B-D85F-B0D3-B084-98DF18764581}"/>
          </ac:spMkLst>
        </pc:spChg>
      </pc:sldChg>
      <pc:sldChg chg="add del">
        <pc:chgData name="Petr Kaška" userId="5faa50ecbc275118" providerId="LiveId" clId="{86D53E1B-F0DF-4A16-838A-169E30D46ABA}" dt="2024-11-01T16:07:30.434" v="4116"/>
        <pc:sldMkLst>
          <pc:docMk/>
          <pc:sldMk cId="862728811" sldId="266"/>
        </pc:sldMkLst>
      </pc:sldChg>
      <pc:sldChg chg="add del">
        <pc:chgData name="Petr Kaška" userId="5faa50ecbc275118" providerId="LiveId" clId="{86D53E1B-F0DF-4A16-838A-169E30D46ABA}" dt="2024-11-01T16:10:22.848" v="4266" actId="47"/>
        <pc:sldMkLst>
          <pc:docMk/>
          <pc:sldMk cId="887709186" sldId="266"/>
        </pc:sldMkLst>
      </pc:sldChg>
      <pc:sldChg chg="delSp modSp add del mod ord modNotesTx">
        <pc:chgData name="Petr Kaška" userId="5faa50ecbc275118" providerId="LiveId" clId="{86D53E1B-F0DF-4A16-838A-169E30D46ABA}" dt="2024-11-01T16:21:32.295" v="4451" actId="47"/>
        <pc:sldMkLst>
          <pc:docMk/>
          <pc:sldMk cId="1555156849" sldId="266"/>
        </pc:sldMkLst>
        <pc:spChg chg="del mod">
          <ac:chgData name="Petr Kaška" userId="5faa50ecbc275118" providerId="LiveId" clId="{86D53E1B-F0DF-4A16-838A-169E30D46ABA}" dt="2024-11-01T16:19:51.083" v="4441"/>
          <ac:spMkLst>
            <pc:docMk/>
            <pc:sldMk cId="1555156849" sldId="266"/>
            <ac:spMk id="9" creationId="{18B30576-45C3-6B9F-8DF7-63D13BAFC7C1}"/>
          </ac:spMkLst>
        </pc:spChg>
        <pc:picChg chg="del">
          <ac:chgData name="Petr Kaška" userId="5faa50ecbc275118" providerId="LiveId" clId="{86D53E1B-F0DF-4A16-838A-169E30D46ABA}" dt="2024-11-01T16:18:09.880" v="4435" actId="478"/>
          <ac:picMkLst>
            <pc:docMk/>
            <pc:sldMk cId="1555156849" sldId="266"/>
            <ac:picMk id="11" creationId="{56A14FBD-70E6-EFD7-7F49-D1B7DE34EB92}"/>
          </ac:picMkLst>
        </pc:picChg>
      </pc:sldChg>
      <pc:sldChg chg="add del">
        <pc:chgData name="Petr Kaška" userId="5faa50ecbc275118" providerId="LiveId" clId="{86D53E1B-F0DF-4A16-838A-169E30D46ABA}" dt="2024-11-01T16:07:22.259" v="4096"/>
        <pc:sldMkLst>
          <pc:docMk/>
          <pc:sldMk cId="1577816773" sldId="266"/>
        </pc:sldMkLst>
      </pc:sldChg>
      <pc:sldChg chg="add del">
        <pc:chgData name="Petr Kaška" userId="5faa50ecbc275118" providerId="LiveId" clId="{86D53E1B-F0DF-4A16-838A-169E30D46ABA}" dt="2024-11-01T16:17:43.774" v="4428" actId="47"/>
        <pc:sldMkLst>
          <pc:docMk/>
          <pc:sldMk cId="4239565618" sldId="266"/>
        </pc:sldMkLst>
      </pc:sldChg>
      <pc:sldChg chg="add del">
        <pc:chgData name="Petr Kaška" userId="5faa50ecbc275118" providerId="LiveId" clId="{86D53E1B-F0DF-4A16-838A-169E30D46ABA}" dt="2024-11-01T16:10:23.429" v="4267" actId="47"/>
        <pc:sldMkLst>
          <pc:docMk/>
          <pc:sldMk cId="15293602" sldId="267"/>
        </pc:sldMkLst>
      </pc:sldChg>
      <pc:sldChg chg="add del">
        <pc:chgData name="Petr Kaška" userId="5faa50ecbc275118" providerId="LiveId" clId="{86D53E1B-F0DF-4A16-838A-169E30D46ABA}" dt="2024-11-01T16:22:25.819" v="4471" actId="47"/>
        <pc:sldMkLst>
          <pc:docMk/>
          <pc:sldMk cId="1578319888" sldId="267"/>
        </pc:sldMkLst>
      </pc:sldChg>
      <pc:sldChg chg="add del">
        <pc:chgData name="Petr Kaška" userId="5faa50ecbc275118" providerId="LiveId" clId="{86D53E1B-F0DF-4A16-838A-169E30D46ABA}" dt="2024-11-01T16:07:30.080" v="4115"/>
        <pc:sldMkLst>
          <pc:docMk/>
          <pc:sldMk cId="2001120270" sldId="267"/>
        </pc:sldMkLst>
      </pc:sldChg>
      <pc:sldChg chg="add del">
        <pc:chgData name="Petr Kaška" userId="5faa50ecbc275118" providerId="LiveId" clId="{86D53E1B-F0DF-4A16-838A-169E30D46ABA}" dt="2024-11-01T16:07:21.912" v="4095"/>
        <pc:sldMkLst>
          <pc:docMk/>
          <pc:sldMk cId="2488851526" sldId="267"/>
        </pc:sldMkLst>
      </pc:sldChg>
      <pc:sldChg chg="add del">
        <pc:chgData name="Petr Kaška" userId="5faa50ecbc275118" providerId="LiveId" clId="{86D53E1B-F0DF-4A16-838A-169E30D46ABA}" dt="2024-11-01T16:17:31.328" v="4423" actId="47"/>
        <pc:sldMkLst>
          <pc:docMk/>
          <pc:sldMk cId="3072537306" sldId="267"/>
        </pc:sldMkLst>
      </pc:sldChg>
      <pc:sldChg chg="addSp delSp modSp add mod ord modNotesTx">
        <pc:chgData name="Petr Kaška" userId="5faa50ecbc275118" providerId="LiveId" clId="{86D53E1B-F0DF-4A16-838A-169E30D46ABA}" dt="2024-11-10T17:39:03.519" v="14096" actId="1076"/>
        <pc:sldMkLst>
          <pc:docMk/>
          <pc:sldMk cId="631461720" sldId="268"/>
        </pc:sldMkLst>
        <pc:spChg chg="add mod">
          <ac:chgData name="Petr Kaška" userId="5faa50ecbc275118" providerId="LiveId" clId="{86D53E1B-F0DF-4A16-838A-169E30D46ABA}" dt="2024-11-10T17:21:08.355" v="13886" actId="164"/>
          <ac:spMkLst>
            <pc:docMk/>
            <pc:sldMk cId="631461720" sldId="268"/>
            <ac:spMk id="2" creationId="{7260CF9A-7FDA-0F02-2794-C46A882AA40D}"/>
          </ac:spMkLst>
        </pc:spChg>
        <pc:spChg chg="add mod">
          <ac:chgData name="Petr Kaška" userId="5faa50ecbc275118" providerId="LiveId" clId="{86D53E1B-F0DF-4A16-838A-169E30D46ABA}" dt="2024-11-10T17:21:58.272" v="13898" actId="164"/>
          <ac:spMkLst>
            <pc:docMk/>
            <pc:sldMk cId="631461720" sldId="268"/>
            <ac:spMk id="4" creationId="{C522D464-65AF-9C36-8F07-4741A9016006}"/>
          </ac:spMkLst>
        </pc:spChg>
        <pc:spChg chg="add mod">
          <ac:chgData name="Petr Kaška" userId="5faa50ecbc275118" providerId="LiveId" clId="{86D53E1B-F0DF-4A16-838A-169E30D46ABA}" dt="2024-11-10T17:21:08.355" v="13886" actId="164"/>
          <ac:spMkLst>
            <pc:docMk/>
            <pc:sldMk cId="631461720" sldId="268"/>
            <ac:spMk id="6" creationId="{06D3FF67-80FA-963C-F1ED-6AA1D306D299}"/>
          </ac:spMkLst>
        </pc:spChg>
        <pc:spChg chg="add mod">
          <ac:chgData name="Petr Kaška" userId="5faa50ecbc275118" providerId="LiveId" clId="{86D53E1B-F0DF-4A16-838A-169E30D46ABA}" dt="2024-11-10T17:21:58.272" v="13898" actId="164"/>
          <ac:spMkLst>
            <pc:docMk/>
            <pc:sldMk cId="631461720" sldId="268"/>
            <ac:spMk id="8" creationId="{CD8D92F0-81A1-502B-3695-CCC054D3421F}"/>
          </ac:spMkLst>
        </pc:spChg>
        <pc:spChg chg="add mod">
          <ac:chgData name="Petr Kaška" userId="5faa50ecbc275118" providerId="LiveId" clId="{86D53E1B-F0DF-4A16-838A-169E30D46ABA}" dt="2024-11-10T17:23:11.103" v="13928" actId="164"/>
          <ac:spMkLst>
            <pc:docMk/>
            <pc:sldMk cId="631461720" sldId="268"/>
            <ac:spMk id="11" creationId="{32C00867-A2E3-AE72-1BF5-11D235062760}"/>
          </ac:spMkLst>
        </pc:spChg>
        <pc:grpChg chg="add mod ord">
          <ac:chgData name="Petr Kaška" userId="5faa50ecbc275118" providerId="LiveId" clId="{86D53E1B-F0DF-4A16-838A-169E30D46ABA}" dt="2024-11-10T17:23:11.103" v="13928" actId="164"/>
          <ac:grpSpMkLst>
            <pc:docMk/>
            <pc:sldMk cId="631461720" sldId="268"/>
            <ac:grpSpMk id="7" creationId="{E39E1C0A-CB40-D605-5DDF-337D98F44982}"/>
          </ac:grpSpMkLst>
        </pc:grpChg>
        <pc:grpChg chg="add del mod">
          <ac:chgData name="Petr Kaška" userId="5faa50ecbc275118" providerId="LiveId" clId="{86D53E1B-F0DF-4A16-838A-169E30D46ABA}" dt="2024-11-10T17:24:10.365" v="13948" actId="21"/>
          <ac:grpSpMkLst>
            <pc:docMk/>
            <pc:sldMk cId="631461720" sldId="268"/>
            <ac:grpSpMk id="10" creationId="{923BE80E-61AD-604F-8CBF-C4EF9491C2D4}"/>
          </ac:grpSpMkLst>
        </pc:grpChg>
        <pc:grpChg chg="add mod">
          <ac:chgData name="Petr Kaška" userId="5faa50ecbc275118" providerId="LiveId" clId="{86D53E1B-F0DF-4A16-838A-169E30D46ABA}" dt="2024-11-10T17:23:11.103" v="13928" actId="164"/>
          <ac:grpSpMkLst>
            <pc:docMk/>
            <pc:sldMk cId="631461720" sldId="268"/>
            <ac:grpSpMk id="12" creationId="{2E4D0F5B-BA47-51A1-6CA7-13F1213C04C5}"/>
          </ac:grpSpMkLst>
        </pc:grpChg>
        <pc:picChg chg="add mod modCrop">
          <ac:chgData name="Petr Kaška" userId="5faa50ecbc275118" providerId="LiveId" clId="{86D53E1B-F0DF-4A16-838A-169E30D46ABA}" dt="2024-11-10T17:39:03.519" v="14096" actId="1076"/>
          <ac:picMkLst>
            <pc:docMk/>
            <pc:sldMk cId="631461720" sldId="268"/>
            <ac:picMk id="3" creationId="{A3FD345A-CBBB-AA3C-4B8F-E220EFD7A9D2}"/>
          </ac:picMkLst>
        </pc:picChg>
        <pc:picChg chg="del">
          <ac:chgData name="Petr Kaška" userId="5faa50ecbc275118" providerId="LiveId" clId="{86D53E1B-F0DF-4A16-838A-169E30D46ABA}" dt="2024-11-01T16:21:35.105" v="4452" actId="478"/>
          <ac:picMkLst>
            <pc:docMk/>
            <pc:sldMk cId="631461720" sldId="268"/>
            <ac:picMk id="11" creationId="{5305E531-1402-76DD-A30B-38F416B8510B}"/>
          </ac:picMkLst>
        </pc:picChg>
      </pc:sldChg>
      <pc:sldChg chg="add del">
        <pc:chgData name="Petr Kaška" userId="5faa50ecbc275118" providerId="LiveId" clId="{86D53E1B-F0DF-4A16-838A-169E30D46ABA}" dt="2024-11-01T16:07:21.542" v="4094"/>
        <pc:sldMkLst>
          <pc:docMk/>
          <pc:sldMk cId="1134764943" sldId="268"/>
        </pc:sldMkLst>
      </pc:sldChg>
      <pc:sldChg chg="add del">
        <pc:chgData name="Petr Kaška" userId="5faa50ecbc275118" providerId="LiveId" clId="{86D53E1B-F0DF-4A16-838A-169E30D46ABA}" dt="2024-11-01T16:07:29.714" v="4114"/>
        <pc:sldMkLst>
          <pc:docMk/>
          <pc:sldMk cId="1298640330" sldId="268"/>
        </pc:sldMkLst>
      </pc:sldChg>
      <pc:sldChg chg="add del">
        <pc:chgData name="Petr Kaška" userId="5faa50ecbc275118" providerId="LiveId" clId="{86D53E1B-F0DF-4A16-838A-169E30D46ABA}" dt="2024-11-01T16:10:23.770" v="4268" actId="47"/>
        <pc:sldMkLst>
          <pc:docMk/>
          <pc:sldMk cId="3414278136" sldId="268"/>
        </pc:sldMkLst>
      </pc:sldChg>
      <pc:sldChg chg="delSp add del mod">
        <pc:chgData name="Petr Kaška" userId="5faa50ecbc275118" providerId="LiveId" clId="{86D53E1B-F0DF-4A16-838A-169E30D46ABA}" dt="2024-11-01T16:17:35.186" v="4425" actId="47"/>
        <pc:sldMkLst>
          <pc:docMk/>
          <pc:sldMk cId="3460710656" sldId="268"/>
        </pc:sldMkLst>
        <pc:picChg chg="del">
          <ac:chgData name="Petr Kaška" userId="5faa50ecbc275118" providerId="LiveId" clId="{86D53E1B-F0DF-4A16-838A-169E30D46ABA}" dt="2024-11-01T16:17:34.346" v="4424" actId="478"/>
          <ac:picMkLst>
            <pc:docMk/>
            <pc:sldMk cId="3460710656" sldId="268"/>
            <ac:picMk id="3" creationId="{61B46AF2-E39C-8952-C56A-BF4B4FE9CA44}"/>
          </ac:picMkLst>
        </pc:picChg>
      </pc:sldChg>
      <pc:sldChg chg="add del">
        <pc:chgData name="Petr Kaška" userId="5faa50ecbc275118" providerId="LiveId" clId="{86D53E1B-F0DF-4A16-838A-169E30D46ABA}" dt="2024-11-01T16:07:29.534" v="4113"/>
        <pc:sldMkLst>
          <pc:docMk/>
          <pc:sldMk cId="1451067796" sldId="269"/>
        </pc:sldMkLst>
      </pc:sldChg>
      <pc:sldChg chg="addSp delSp modSp add del mod modNotesTx">
        <pc:chgData name="Petr Kaška" userId="5faa50ecbc275118" providerId="LiveId" clId="{86D53E1B-F0DF-4A16-838A-169E30D46ABA}" dt="2024-11-10T17:40:16.337" v="14112" actId="47"/>
        <pc:sldMkLst>
          <pc:docMk/>
          <pc:sldMk cId="1515912995" sldId="269"/>
        </pc:sldMkLst>
        <pc:spChg chg="mod">
          <ac:chgData name="Petr Kaška" userId="5faa50ecbc275118" providerId="LiveId" clId="{86D53E1B-F0DF-4A16-838A-169E30D46ABA}" dt="2024-11-10T17:23:18.084" v="13930"/>
          <ac:spMkLst>
            <pc:docMk/>
            <pc:sldMk cId="1515912995" sldId="269"/>
            <ac:spMk id="4" creationId="{3430526D-4094-F24F-2AC5-03573D832049}"/>
          </ac:spMkLst>
        </pc:spChg>
        <pc:spChg chg="mod">
          <ac:chgData name="Petr Kaška" userId="5faa50ecbc275118" providerId="LiveId" clId="{86D53E1B-F0DF-4A16-838A-169E30D46ABA}" dt="2024-11-10T17:23:18.084" v="13930"/>
          <ac:spMkLst>
            <pc:docMk/>
            <pc:sldMk cId="1515912995" sldId="269"/>
            <ac:spMk id="8" creationId="{6E535169-C1E1-FECA-8984-2E81CFC28524}"/>
          </ac:spMkLst>
        </pc:spChg>
        <pc:spChg chg="mod">
          <ac:chgData name="Petr Kaška" userId="5faa50ecbc275118" providerId="LiveId" clId="{86D53E1B-F0DF-4A16-838A-169E30D46ABA}" dt="2024-11-10T15:53:54.087" v="9278" actId="20577"/>
          <ac:spMkLst>
            <pc:docMk/>
            <pc:sldMk cId="1515912995" sldId="269"/>
            <ac:spMk id="9" creationId="{A5F68699-1AE5-241C-DD1D-10417652B821}"/>
          </ac:spMkLst>
        </pc:spChg>
        <pc:spChg chg="mod">
          <ac:chgData name="Petr Kaška" userId="5faa50ecbc275118" providerId="LiveId" clId="{86D53E1B-F0DF-4A16-838A-169E30D46ABA}" dt="2024-11-10T17:23:18.084" v="13930"/>
          <ac:spMkLst>
            <pc:docMk/>
            <pc:sldMk cId="1515912995" sldId="269"/>
            <ac:spMk id="10" creationId="{169701F0-3374-05F0-4B04-9BA7522B9D8F}"/>
          </ac:spMkLst>
        </pc:spChg>
        <pc:grpChg chg="add del mod">
          <ac:chgData name="Petr Kaška" userId="5faa50ecbc275118" providerId="LiveId" clId="{86D53E1B-F0DF-4A16-838A-169E30D46ABA}" dt="2024-11-10T17:40:11.053" v="14109" actId="21"/>
          <ac:grpSpMkLst>
            <pc:docMk/>
            <pc:sldMk cId="1515912995" sldId="269"/>
            <ac:grpSpMk id="3" creationId="{506DD647-086F-5C61-6E76-7639F49789C5}"/>
          </ac:grpSpMkLst>
        </pc:grpChg>
        <pc:grpChg chg="mod">
          <ac:chgData name="Petr Kaška" userId="5faa50ecbc275118" providerId="LiveId" clId="{86D53E1B-F0DF-4A16-838A-169E30D46ABA}" dt="2024-11-10T17:23:18.084" v="13930"/>
          <ac:grpSpMkLst>
            <pc:docMk/>
            <pc:sldMk cId="1515912995" sldId="269"/>
            <ac:grpSpMk id="6" creationId="{BD7BDEE8-A635-0563-0966-5985DB3E9B40}"/>
          </ac:grpSpMkLst>
        </pc:grpChg>
        <pc:picChg chg="add del mod">
          <ac:chgData name="Petr Kaška" userId="5faa50ecbc275118" providerId="LiveId" clId="{86D53E1B-F0DF-4A16-838A-169E30D46ABA}" dt="2024-11-10T17:39:52.057" v="14100" actId="21"/>
          <ac:picMkLst>
            <pc:docMk/>
            <pc:sldMk cId="1515912995" sldId="269"/>
            <ac:picMk id="2" creationId="{3040DABF-B9D8-DEF7-09FB-F73640CED68A}"/>
          </ac:picMkLst>
        </pc:picChg>
        <pc:picChg chg="add del mod">
          <ac:chgData name="Petr Kaška" userId="5faa50ecbc275118" providerId="LiveId" clId="{86D53E1B-F0DF-4A16-838A-169E30D46ABA}" dt="2024-11-01T16:26:54.878" v="4494" actId="478"/>
          <ac:picMkLst>
            <pc:docMk/>
            <pc:sldMk cId="1515912995" sldId="269"/>
            <ac:picMk id="4" creationId="{278F2313-2ECD-23C7-9AA2-77E8FBC59984}"/>
          </ac:picMkLst>
        </pc:picChg>
        <pc:picChg chg="add mod">
          <ac:chgData name="Petr Kaška" userId="5faa50ecbc275118" providerId="LiveId" clId="{86D53E1B-F0DF-4A16-838A-169E30D46ABA}" dt="2024-11-01T16:28:19.463" v="4508" actId="14100"/>
          <ac:picMkLst>
            <pc:docMk/>
            <pc:sldMk cId="1515912995" sldId="269"/>
            <ac:picMk id="7" creationId="{9FE10C29-6890-508E-2B5A-242612542FD4}"/>
          </ac:picMkLst>
        </pc:picChg>
        <pc:picChg chg="del">
          <ac:chgData name="Petr Kaška" userId="5faa50ecbc275118" providerId="LiveId" clId="{86D53E1B-F0DF-4A16-838A-169E30D46ABA}" dt="2024-11-01T16:22:28.501" v="4472" actId="478"/>
          <ac:picMkLst>
            <pc:docMk/>
            <pc:sldMk cId="1515912995" sldId="269"/>
            <ac:picMk id="1026" creationId="{A3F2A853-602E-93DA-83CD-61A45575162C}"/>
          </ac:picMkLst>
        </pc:picChg>
      </pc:sldChg>
      <pc:sldChg chg="add del">
        <pc:chgData name="Petr Kaška" userId="5faa50ecbc275118" providerId="LiveId" clId="{86D53E1B-F0DF-4A16-838A-169E30D46ABA}" dt="2024-11-01T16:07:21.238" v="4093"/>
        <pc:sldMkLst>
          <pc:docMk/>
          <pc:sldMk cId="1678816790" sldId="269"/>
        </pc:sldMkLst>
      </pc:sldChg>
      <pc:sldChg chg="add del">
        <pc:chgData name="Petr Kaška" userId="5faa50ecbc275118" providerId="LiveId" clId="{86D53E1B-F0DF-4A16-838A-169E30D46ABA}" dt="2024-11-01T16:10:24.176" v="4269" actId="47"/>
        <pc:sldMkLst>
          <pc:docMk/>
          <pc:sldMk cId="2701174775" sldId="269"/>
        </pc:sldMkLst>
      </pc:sldChg>
      <pc:sldChg chg="add del">
        <pc:chgData name="Petr Kaška" userId="5faa50ecbc275118" providerId="LiveId" clId="{86D53E1B-F0DF-4A16-838A-169E30D46ABA}" dt="2024-11-01T16:10:24.973" v="4270" actId="47"/>
        <pc:sldMkLst>
          <pc:docMk/>
          <pc:sldMk cId="1421298475" sldId="270"/>
        </pc:sldMkLst>
      </pc:sldChg>
      <pc:sldChg chg="add del">
        <pc:chgData name="Petr Kaška" userId="5faa50ecbc275118" providerId="LiveId" clId="{86D53E1B-F0DF-4A16-838A-169E30D46ABA}" dt="2024-11-01T16:07:29.348" v="4112"/>
        <pc:sldMkLst>
          <pc:docMk/>
          <pc:sldMk cId="2217372489" sldId="270"/>
        </pc:sldMkLst>
      </pc:sldChg>
      <pc:sldChg chg="addSp delSp modSp add mod modAnim modNotesTx">
        <pc:chgData name="Petr Kaška" userId="5faa50ecbc275118" providerId="LiveId" clId="{86D53E1B-F0DF-4A16-838A-169E30D46ABA}" dt="2024-11-10T17:40:28.642" v="14113" actId="14100"/>
        <pc:sldMkLst>
          <pc:docMk/>
          <pc:sldMk cId="3050359051" sldId="270"/>
        </pc:sldMkLst>
        <pc:spChg chg="mod">
          <ac:chgData name="Petr Kaška" userId="5faa50ecbc275118" providerId="LiveId" clId="{86D53E1B-F0DF-4A16-838A-169E30D46ABA}" dt="2024-11-10T17:24:20.207" v="13951"/>
          <ac:spMkLst>
            <pc:docMk/>
            <pc:sldMk cId="3050359051" sldId="270"/>
            <ac:spMk id="7" creationId="{4492350B-9EF5-E7B4-F766-F2EDCBD51B50}"/>
          </ac:spMkLst>
        </pc:spChg>
        <pc:spChg chg="mod">
          <ac:chgData name="Petr Kaška" userId="5faa50ecbc275118" providerId="LiveId" clId="{86D53E1B-F0DF-4A16-838A-169E30D46ABA}" dt="2024-11-10T17:24:20.207" v="13951"/>
          <ac:spMkLst>
            <pc:docMk/>
            <pc:sldMk cId="3050359051" sldId="270"/>
            <ac:spMk id="8" creationId="{E603DC6E-9A55-7644-FBAD-0193DDAB685C}"/>
          </ac:spMkLst>
        </pc:spChg>
        <pc:spChg chg="mod">
          <ac:chgData name="Petr Kaška" userId="5faa50ecbc275118" providerId="LiveId" clId="{86D53E1B-F0DF-4A16-838A-169E30D46ABA}" dt="2024-11-10T15:53:59.187" v="9282" actId="20577"/>
          <ac:spMkLst>
            <pc:docMk/>
            <pc:sldMk cId="3050359051" sldId="270"/>
            <ac:spMk id="9" creationId="{B5D2CDE3-9E31-FCA7-1A1A-5B32EE7D2385}"/>
          </ac:spMkLst>
        </pc:spChg>
        <pc:grpChg chg="add mod">
          <ac:chgData name="Petr Kaška" userId="5faa50ecbc275118" providerId="LiveId" clId="{86D53E1B-F0DF-4A16-838A-169E30D46ABA}" dt="2024-11-10T17:40:28.642" v="14113" actId="14100"/>
          <ac:grpSpMkLst>
            <pc:docMk/>
            <pc:sldMk cId="3050359051" sldId="270"/>
            <ac:grpSpMk id="4" creationId="{2B754652-1093-E383-E18D-5E17215E7C19}"/>
          </ac:grpSpMkLst>
        </pc:grpChg>
        <pc:picChg chg="del">
          <ac:chgData name="Petr Kaška" userId="5faa50ecbc275118" providerId="LiveId" clId="{86D53E1B-F0DF-4A16-838A-169E30D46ABA}" dt="2024-11-01T16:26:21.448" v="4488" actId="478"/>
          <ac:picMkLst>
            <pc:docMk/>
            <pc:sldMk cId="3050359051" sldId="270"/>
            <ac:picMk id="2" creationId="{7859E507-4456-7BB3-A7EF-BD15510DCA2F}"/>
          </ac:picMkLst>
        </pc:picChg>
        <pc:picChg chg="add mod">
          <ac:chgData name="Petr Kaška" userId="5faa50ecbc275118" providerId="LiveId" clId="{86D53E1B-F0DF-4A16-838A-169E30D46ABA}" dt="2024-11-10T15:59:20.406" v="10070" actId="1076"/>
          <ac:picMkLst>
            <pc:docMk/>
            <pc:sldMk cId="3050359051" sldId="270"/>
            <ac:picMk id="3" creationId="{D524AC8F-E829-646A-237C-25DE28634C61}"/>
          </ac:picMkLst>
        </pc:picChg>
        <pc:picChg chg="del">
          <ac:chgData name="Petr Kaška" userId="5faa50ecbc275118" providerId="LiveId" clId="{86D53E1B-F0DF-4A16-838A-169E30D46ABA}" dt="2024-11-01T16:26:22.505" v="4489" actId="478"/>
          <ac:picMkLst>
            <pc:docMk/>
            <pc:sldMk cId="3050359051" sldId="270"/>
            <ac:picMk id="4" creationId="{C48EFE5F-A2DC-5DFA-1759-3D7E4F3A1839}"/>
          </ac:picMkLst>
        </pc:picChg>
        <pc:picChg chg="add del mod ord">
          <ac:chgData name="Petr Kaška" userId="5faa50ecbc275118" providerId="LiveId" clId="{86D53E1B-F0DF-4A16-838A-169E30D46ABA}" dt="2024-11-10T17:37:24.371" v="14071" actId="478"/>
          <ac:picMkLst>
            <pc:docMk/>
            <pc:sldMk cId="3050359051" sldId="270"/>
            <ac:picMk id="6" creationId="{2F0CFE7A-959D-720E-8F2C-84428AC8BB3A}"/>
          </ac:picMkLst>
        </pc:picChg>
        <pc:picChg chg="add mod">
          <ac:chgData name="Petr Kaška" userId="5faa50ecbc275118" providerId="LiveId" clId="{86D53E1B-F0DF-4A16-838A-169E30D46ABA}" dt="2024-11-01T16:27:21.355" v="4497" actId="1076"/>
          <ac:picMkLst>
            <pc:docMk/>
            <pc:sldMk cId="3050359051" sldId="270"/>
            <ac:picMk id="2050" creationId="{5691849A-3F17-0C87-893F-25C511E499A2}"/>
          </ac:picMkLst>
        </pc:picChg>
      </pc:sldChg>
      <pc:sldChg chg="add del">
        <pc:chgData name="Petr Kaška" userId="5faa50ecbc275118" providerId="LiveId" clId="{86D53E1B-F0DF-4A16-838A-169E30D46ABA}" dt="2024-11-01T16:07:20.945" v="4092"/>
        <pc:sldMkLst>
          <pc:docMk/>
          <pc:sldMk cId="3650701759" sldId="270"/>
        </pc:sldMkLst>
      </pc:sldChg>
      <pc:sldChg chg="add del">
        <pc:chgData name="Petr Kaška" userId="5faa50ecbc275118" providerId="LiveId" clId="{86D53E1B-F0DF-4A16-838A-169E30D46ABA}" dt="2024-11-01T16:07:29.176" v="4111"/>
        <pc:sldMkLst>
          <pc:docMk/>
          <pc:sldMk cId="1398835433" sldId="271"/>
        </pc:sldMkLst>
      </pc:sldChg>
      <pc:sldChg chg="delSp modSp add del mod">
        <pc:chgData name="Petr Kaška" userId="5faa50ecbc275118" providerId="LiveId" clId="{86D53E1B-F0DF-4A16-838A-169E30D46ABA}" dt="2024-11-01T16:31:28.621" v="4526" actId="47"/>
        <pc:sldMkLst>
          <pc:docMk/>
          <pc:sldMk cId="2767908068" sldId="271"/>
        </pc:sldMkLst>
        <pc:spChg chg="del mod">
          <ac:chgData name="Petr Kaška" userId="5faa50ecbc275118" providerId="LiveId" clId="{86D53E1B-F0DF-4A16-838A-169E30D46ABA}" dt="2024-11-01T16:31:14.239" v="4515" actId="478"/>
          <ac:spMkLst>
            <pc:docMk/>
            <pc:sldMk cId="2767908068" sldId="271"/>
            <ac:spMk id="9" creationId="{CCB8CE9A-92AA-543E-6827-119A7087F4EF}"/>
          </ac:spMkLst>
        </pc:spChg>
        <pc:picChg chg="del">
          <ac:chgData name="Petr Kaška" userId="5faa50ecbc275118" providerId="LiveId" clId="{86D53E1B-F0DF-4A16-838A-169E30D46ABA}" dt="2024-11-01T16:31:14.945" v="4516" actId="478"/>
          <ac:picMkLst>
            <pc:docMk/>
            <pc:sldMk cId="2767908068" sldId="271"/>
            <ac:picMk id="6" creationId="{252B8CA7-2CDA-E22D-DD28-18FD8920B93B}"/>
          </ac:picMkLst>
        </pc:picChg>
        <pc:picChg chg="del">
          <ac:chgData name="Petr Kaška" userId="5faa50ecbc275118" providerId="LiveId" clId="{86D53E1B-F0DF-4A16-838A-169E30D46ABA}" dt="2024-11-01T16:31:12.883" v="4513" actId="478"/>
          <ac:picMkLst>
            <pc:docMk/>
            <pc:sldMk cId="2767908068" sldId="271"/>
            <ac:picMk id="2050" creationId="{2EEE4382-728E-6377-2F60-FEA2BAED85AA}"/>
          </ac:picMkLst>
        </pc:picChg>
      </pc:sldChg>
      <pc:sldChg chg="add del">
        <pc:chgData name="Petr Kaška" userId="5faa50ecbc275118" providerId="LiveId" clId="{86D53E1B-F0DF-4A16-838A-169E30D46ABA}" dt="2024-11-01T16:07:20.678" v="4091"/>
        <pc:sldMkLst>
          <pc:docMk/>
          <pc:sldMk cId="3947650401" sldId="271"/>
        </pc:sldMkLst>
      </pc:sldChg>
      <pc:sldChg chg="add del">
        <pc:chgData name="Petr Kaška" userId="5faa50ecbc275118" providerId="LiveId" clId="{86D53E1B-F0DF-4A16-838A-169E30D46ABA}" dt="2024-11-01T16:10:25.565" v="4271" actId="47"/>
        <pc:sldMkLst>
          <pc:docMk/>
          <pc:sldMk cId="3965176764" sldId="271"/>
        </pc:sldMkLst>
      </pc:sldChg>
      <pc:sldChg chg="add del">
        <pc:chgData name="Petr Kaška" userId="5faa50ecbc275118" providerId="LiveId" clId="{86D53E1B-F0DF-4A16-838A-169E30D46ABA}" dt="2024-11-01T16:10:25.980" v="4272" actId="47"/>
        <pc:sldMkLst>
          <pc:docMk/>
          <pc:sldMk cId="2315291008" sldId="272"/>
        </pc:sldMkLst>
      </pc:sldChg>
      <pc:sldChg chg="add del">
        <pc:chgData name="Petr Kaška" userId="5faa50ecbc275118" providerId="LiveId" clId="{86D53E1B-F0DF-4A16-838A-169E30D46ABA}" dt="2024-11-01T16:07:20.425" v="4090"/>
        <pc:sldMkLst>
          <pc:docMk/>
          <pc:sldMk cId="2531902147" sldId="272"/>
        </pc:sldMkLst>
      </pc:sldChg>
      <pc:sldChg chg="add del">
        <pc:chgData name="Petr Kaška" userId="5faa50ecbc275118" providerId="LiveId" clId="{86D53E1B-F0DF-4A16-838A-169E30D46ABA}" dt="2024-11-01T16:07:28.970" v="4110"/>
        <pc:sldMkLst>
          <pc:docMk/>
          <pc:sldMk cId="3410157899" sldId="272"/>
        </pc:sldMkLst>
      </pc:sldChg>
      <pc:sldChg chg="addSp delSp modSp add del mod modNotesTx">
        <pc:chgData name="Petr Kaška" userId="5faa50ecbc275118" providerId="LiveId" clId="{86D53E1B-F0DF-4A16-838A-169E30D46ABA}" dt="2024-11-10T17:41:22.757" v="14125" actId="47"/>
        <pc:sldMkLst>
          <pc:docMk/>
          <pc:sldMk cId="3667388011" sldId="272"/>
        </pc:sldMkLst>
        <pc:spChg chg="mod">
          <ac:chgData name="Petr Kaška" userId="5faa50ecbc275118" providerId="LiveId" clId="{86D53E1B-F0DF-4A16-838A-169E30D46ABA}" dt="2024-11-10T17:23:31.880" v="13933"/>
          <ac:spMkLst>
            <pc:docMk/>
            <pc:sldMk cId="3667388011" sldId="272"/>
            <ac:spMk id="4" creationId="{75F754CD-1A19-8D31-3624-CFF2B2223151}"/>
          </ac:spMkLst>
        </pc:spChg>
        <pc:spChg chg="mod">
          <ac:chgData name="Petr Kaška" userId="5faa50ecbc275118" providerId="LiveId" clId="{86D53E1B-F0DF-4A16-838A-169E30D46ABA}" dt="2024-11-10T17:23:31.880" v="13933"/>
          <ac:spMkLst>
            <pc:docMk/>
            <pc:sldMk cId="3667388011" sldId="272"/>
            <ac:spMk id="7" creationId="{2BED7196-83C5-C284-C7DD-791107683CEA}"/>
          </ac:spMkLst>
        </pc:spChg>
        <pc:spChg chg="mod">
          <ac:chgData name="Petr Kaška" userId="5faa50ecbc275118" providerId="LiveId" clId="{86D53E1B-F0DF-4A16-838A-169E30D46ABA}" dt="2024-11-10T17:23:31.880" v="13933"/>
          <ac:spMkLst>
            <pc:docMk/>
            <pc:sldMk cId="3667388011" sldId="272"/>
            <ac:spMk id="8" creationId="{7F965BA4-0D74-127A-4804-FFAE3D8B4715}"/>
          </ac:spMkLst>
        </pc:spChg>
        <pc:spChg chg="add del mod">
          <ac:chgData name="Petr Kaška" userId="5faa50ecbc275118" providerId="LiveId" clId="{86D53E1B-F0DF-4A16-838A-169E30D46ABA}" dt="2024-11-01T16:32:04.771" v="4552" actId="20577"/>
          <ac:spMkLst>
            <pc:docMk/>
            <pc:sldMk cId="3667388011" sldId="272"/>
            <ac:spMk id="9" creationId="{E0202F72-DDC1-5DA9-4F81-630DEF0825CA}"/>
          </ac:spMkLst>
        </pc:spChg>
        <pc:grpChg chg="add mod">
          <ac:chgData name="Petr Kaška" userId="5faa50ecbc275118" providerId="LiveId" clId="{86D53E1B-F0DF-4A16-838A-169E30D46ABA}" dt="2024-11-10T17:23:37.440" v="13936" actId="14100"/>
          <ac:grpSpMkLst>
            <pc:docMk/>
            <pc:sldMk cId="3667388011" sldId="272"/>
            <ac:grpSpMk id="2" creationId="{CADFC315-6BE8-94FF-2FA8-5CA8C3B9422A}"/>
          </ac:grpSpMkLst>
        </pc:grpChg>
        <pc:grpChg chg="mod">
          <ac:chgData name="Petr Kaška" userId="5faa50ecbc275118" providerId="LiveId" clId="{86D53E1B-F0DF-4A16-838A-169E30D46ABA}" dt="2024-11-10T17:23:31.880" v="13933"/>
          <ac:grpSpMkLst>
            <pc:docMk/>
            <pc:sldMk cId="3667388011" sldId="272"/>
            <ac:grpSpMk id="6" creationId="{3F9AF0C3-3652-CD34-388C-3C86A8E05C99}"/>
          </ac:grpSpMkLst>
        </pc:grpChg>
        <pc:picChg chg="add del">
          <ac:chgData name="Petr Kaška" userId="5faa50ecbc275118" providerId="LiveId" clId="{86D53E1B-F0DF-4A16-838A-169E30D46ABA}" dt="2024-11-10T17:40:47.386" v="14117" actId="21"/>
          <ac:picMkLst>
            <pc:docMk/>
            <pc:sldMk cId="3667388011" sldId="272"/>
            <ac:picMk id="3" creationId="{FCD8FE9E-EA06-EB12-E28C-8170E85BC0E8}"/>
          </ac:picMkLst>
        </pc:picChg>
        <pc:picChg chg="del">
          <ac:chgData name="Petr Kaška" userId="5faa50ecbc275118" providerId="LiveId" clId="{86D53E1B-F0DF-4A16-838A-169E30D46ABA}" dt="2024-11-01T16:31:11.001" v="4512" actId="478"/>
          <ac:picMkLst>
            <pc:docMk/>
            <pc:sldMk cId="3667388011" sldId="272"/>
            <ac:picMk id="6" creationId="{9462F19F-C327-D581-4A3F-03913F8AE281}"/>
          </ac:picMkLst>
        </pc:picChg>
        <pc:picChg chg="del">
          <ac:chgData name="Petr Kaška" userId="5faa50ecbc275118" providerId="LiveId" clId="{86D53E1B-F0DF-4A16-838A-169E30D46ABA}" dt="2024-11-01T16:31:10.434" v="4511" actId="478"/>
          <ac:picMkLst>
            <pc:docMk/>
            <pc:sldMk cId="3667388011" sldId="272"/>
            <ac:picMk id="2050" creationId="{60DBE91E-E0E1-293F-F0CA-0CAA4F6CF8FB}"/>
          </ac:picMkLst>
        </pc:picChg>
      </pc:sldChg>
      <pc:sldChg chg="add del">
        <pc:chgData name="Petr Kaška" userId="5faa50ecbc275118" providerId="LiveId" clId="{86D53E1B-F0DF-4A16-838A-169E30D46ABA}" dt="2024-11-01T16:10:26.846" v="4273" actId="47"/>
        <pc:sldMkLst>
          <pc:docMk/>
          <pc:sldMk cId="2861157752" sldId="273"/>
        </pc:sldMkLst>
      </pc:sldChg>
      <pc:sldChg chg="addSp delSp modSp add mod ord modAnim modNotesTx">
        <pc:chgData name="Petr Kaška" userId="5faa50ecbc275118" providerId="LiveId" clId="{86D53E1B-F0DF-4A16-838A-169E30D46ABA}" dt="2024-11-10T16:08:40.921" v="10488" actId="1076"/>
        <pc:sldMkLst>
          <pc:docMk/>
          <pc:sldMk cId="2998755596" sldId="273"/>
        </pc:sldMkLst>
        <pc:spChg chg="mod ord">
          <ac:chgData name="Petr Kaška" userId="5faa50ecbc275118" providerId="LiveId" clId="{86D53E1B-F0DF-4A16-838A-169E30D46ABA}" dt="2024-11-01T16:34:32.199" v="4558" actId="26606"/>
          <ac:spMkLst>
            <pc:docMk/>
            <pc:sldMk cId="2998755596" sldId="273"/>
            <ac:spMk id="5" creationId="{CD40C5F1-F0D5-E050-A103-5FB6D142F110}"/>
          </ac:spMkLst>
        </pc:spChg>
        <pc:spChg chg="mod">
          <ac:chgData name="Petr Kaška" userId="5faa50ecbc275118" providerId="LiveId" clId="{86D53E1B-F0DF-4A16-838A-169E30D46ABA}" dt="2024-11-01T16:35:14.839" v="4592" actId="207"/>
          <ac:spMkLst>
            <pc:docMk/>
            <pc:sldMk cId="2998755596" sldId="273"/>
            <ac:spMk id="9" creationId="{2C159C51-712E-7790-7B2E-6211F328ADA6}"/>
          </ac:spMkLst>
        </pc:spChg>
        <pc:picChg chg="add mod">
          <ac:chgData name="Petr Kaška" userId="5faa50ecbc275118" providerId="LiveId" clId="{86D53E1B-F0DF-4A16-838A-169E30D46ABA}" dt="2024-11-10T16:05:22.331" v="10173" actId="1076"/>
          <ac:picMkLst>
            <pc:docMk/>
            <pc:sldMk cId="2998755596" sldId="273"/>
            <ac:picMk id="3" creationId="{D6179D6A-CCCF-6731-397F-D238CA1FA9E4}"/>
          </ac:picMkLst>
        </pc:picChg>
        <pc:picChg chg="add del mod">
          <ac:chgData name="Petr Kaška" userId="5faa50ecbc275118" providerId="LiveId" clId="{86D53E1B-F0DF-4A16-838A-169E30D46ABA}" dt="2024-11-01T16:34:36.767" v="4559" actId="478"/>
          <ac:picMkLst>
            <pc:docMk/>
            <pc:sldMk cId="2998755596" sldId="273"/>
            <ac:picMk id="3" creationId="{F46C262D-E2BA-2AEE-0920-994E5037F1E1}"/>
          </ac:picMkLst>
        </pc:picChg>
        <pc:picChg chg="add del mod">
          <ac:chgData name="Petr Kaška" userId="5faa50ecbc275118" providerId="LiveId" clId="{86D53E1B-F0DF-4A16-838A-169E30D46ABA}" dt="2024-11-10T16:05:15.614" v="10171" actId="478"/>
          <ac:picMkLst>
            <pc:docMk/>
            <pc:sldMk cId="2998755596" sldId="273"/>
            <ac:picMk id="6" creationId="{37A1BB8F-F5DB-0A20-E155-7E53E323BB4E}"/>
          </ac:picMkLst>
        </pc:picChg>
        <pc:picChg chg="add mod">
          <ac:chgData name="Petr Kaška" userId="5faa50ecbc275118" providerId="LiveId" clId="{86D53E1B-F0DF-4A16-838A-169E30D46ABA}" dt="2024-11-10T16:08:40.921" v="10488" actId="1076"/>
          <ac:picMkLst>
            <pc:docMk/>
            <pc:sldMk cId="2998755596" sldId="273"/>
            <ac:picMk id="7" creationId="{239A4EA0-CF05-D8B7-4DE6-0553435A01DC}"/>
          </ac:picMkLst>
        </pc:picChg>
      </pc:sldChg>
      <pc:sldChg chg="add del">
        <pc:chgData name="Petr Kaška" userId="5faa50ecbc275118" providerId="LiveId" clId="{86D53E1B-F0DF-4A16-838A-169E30D46ABA}" dt="2024-11-01T16:07:28.780" v="4109"/>
        <pc:sldMkLst>
          <pc:docMk/>
          <pc:sldMk cId="4169220604" sldId="273"/>
        </pc:sldMkLst>
      </pc:sldChg>
      <pc:sldChg chg="add del">
        <pc:chgData name="Petr Kaška" userId="5faa50ecbc275118" providerId="LiveId" clId="{86D53E1B-F0DF-4A16-838A-169E30D46ABA}" dt="2024-11-01T16:07:28.541" v="4108"/>
        <pc:sldMkLst>
          <pc:docMk/>
          <pc:sldMk cId="1292086211" sldId="274"/>
        </pc:sldMkLst>
      </pc:sldChg>
      <pc:sldChg chg="addSp delSp modSp add mod modNotesTx">
        <pc:chgData name="Petr Kaška" userId="5faa50ecbc275118" providerId="LiveId" clId="{86D53E1B-F0DF-4A16-838A-169E30D46ABA}" dt="2024-11-10T17:41:42.362" v="14127" actId="1076"/>
        <pc:sldMkLst>
          <pc:docMk/>
          <pc:sldMk cId="3052270523" sldId="274"/>
        </pc:sldMkLst>
        <pc:spChg chg="mod">
          <ac:chgData name="Petr Kaška" userId="5faa50ecbc275118" providerId="LiveId" clId="{86D53E1B-F0DF-4A16-838A-169E30D46ABA}" dt="2024-11-10T17:24:42.215" v="13959"/>
          <ac:spMkLst>
            <pc:docMk/>
            <pc:sldMk cId="3052270523" sldId="274"/>
            <ac:spMk id="6" creationId="{FAC1A900-BDAA-FB9F-EF18-6FF916D8E157}"/>
          </ac:spMkLst>
        </pc:spChg>
        <pc:spChg chg="mod">
          <ac:chgData name="Petr Kaška" userId="5faa50ecbc275118" providerId="LiveId" clId="{86D53E1B-F0DF-4A16-838A-169E30D46ABA}" dt="2024-11-10T17:24:42.215" v="13959"/>
          <ac:spMkLst>
            <pc:docMk/>
            <pc:sldMk cId="3052270523" sldId="274"/>
            <ac:spMk id="7" creationId="{615EE818-968D-FC4C-E226-C8773E003B26}"/>
          </ac:spMkLst>
        </pc:spChg>
        <pc:spChg chg="mod">
          <ac:chgData name="Petr Kaška" userId="5faa50ecbc275118" providerId="LiveId" clId="{86D53E1B-F0DF-4A16-838A-169E30D46ABA}" dt="2024-11-10T17:37:32.029" v="14072"/>
          <ac:spMkLst>
            <pc:docMk/>
            <pc:sldMk cId="3052270523" sldId="274"/>
            <ac:spMk id="10" creationId="{612472A0-03A4-2BAD-ACB6-F8CB8DB10DF8}"/>
          </ac:spMkLst>
        </pc:spChg>
        <pc:spChg chg="mod">
          <ac:chgData name="Petr Kaška" userId="5faa50ecbc275118" providerId="LiveId" clId="{86D53E1B-F0DF-4A16-838A-169E30D46ABA}" dt="2024-11-10T17:37:32.029" v="14072"/>
          <ac:spMkLst>
            <pc:docMk/>
            <pc:sldMk cId="3052270523" sldId="274"/>
            <ac:spMk id="11" creationId="{06478A9F-76BD-5D92-5BD4-AB08DD63E7A8}"/>
          </ac:spMkLst>
        </pc:spChg>
        <pc:grpChg chg="add mod">
          <ac:chgData name="Petr Kaška" userId="5faa50ecbc275118" providerId="LiveId" clId="{86D53E1B-F0DF-4A16-838A-169E30D46ABA}" dt="2024-11-10T17:41:42.362" v="14127" actId="1076"/>
          <ac:grpSpMkLst>
            <pc:docMk/>
            <pc:sldMk cId="3052270523" sldId="274"/>
            <ac:grpSpMk id="2" creationId="{8F7C346B-3B1A-113A-CA22-BE399A28E915}"/>
          </ac:grpSpMkLst>
        </pc:grpChg>
        <pc:grpChg chg="add del mod">
          <ac:chgData name="Petr Kaška" userId="5faa50ecbc275118" providerId="LiveId" clId="{86D53E1B-F0DF-4A16-838A-169E30D46ABA}" dt="2024-11-10T17:37:40.118" v="14076" actId="478"/>
          <ac:grpSpMkLst>
            <pc:docMk/>
            <pc:sldMk cId="3052270523" sldId="274"/>
            <ac:grpSpMk id="8" creationId="{92BCDAB2-FA97-AA92-7354-EE57598E208C}"/>
          </ac:grpSpMkLst>
        </pc:grpChg>
        <pc:picChg chg="add mod">
          <ac:chgData name="Petr Kaška" userId="5faa50ecbc275118" providerId="LiveId" clId="{86D53E1B-F0DF-4A16-838A-169E30D46ABA}" dt="2024-11-10T17:37:41.702" v="14078" actId="1076"/>
          <ac:picMkLst>
            <pc:docMk/>
            <pc:sldMk cId="3052270523" sldId="274"/>
            <ac:picMk id="3" creationId="{620C2F40-44FD-8FE9-C637-804E0493A17A}"/>
          </ac:picMkLst>
        </pc:picChg>
        <pc:picChg chg="add del mod ord">
          <ac:chgData name="Petr Kaška" userId="5faa50ecbc275118" providerId="LiveId" clId="{86D53E1B-F0DF-4A16-838A-169E30D46ABA}" dt="2024-11-10T17:37:38.374" v="14075" actId="478"/>
          <ac:picMkLst>
            <pc:docMk/>
            <pc:sldMk cId="3052270523" sldId="274"/>
            <ac:picMk id="4" creationId="{C9CFDCD1-650B-FE15-FC5D-DC7EB4664ECA}"/>
          </ac:picMkLst>
        </pc:picChg>
      </pc:sldChg>
      <pc:sldChg chg="add del">
        <pc:chgData name="Petr Kaška" userId="5faa50ecbc275118" providerId="LiveId" clId="{86D53E1B-F0DF-4A16-838A-169E30D46ABA}" dt="2024-11-01T16:10:27.972" v="4274" actId="47"/>
        <pc:sldMkLst>
          <pc:docMk/>
          <pc:sldMk cId="3604623962" sldId="274"/>
        </pc:sldMkLst>
      </pc:sldChg>
      <pc:sldChg chg="addSp delSp modSp add del mod modNotesTx">
        <pc:chgData name="Petr Kaška" userId="5faa50ecbc275118" providerId="LiveId" clId="{86D53E1B-F0DF-4A16-838A-169E30D46ABA}" dt="2024-11-10T17:42:42.929" v="14143" actId="47"/>
        <pc:sldMkLst>
          <pc:docMk/>
          <pc:sldMk cId="2553745559" sldId="275"/>
        </pc:sldMkLst>
        <pc:spChg chg="mod">
          <ac:chgData name="Petr Kaška" userId="5faa50ecbc275118" providerId="LiveId" clId="{86D53E1B-F0DF-4A16-838A-169E30D46ABA}" dt="2024-11-10T17:23:40.097" v="13937"/>
          <ac:spMkLst>
            <pc:docMk/>
            <pc:sldMk cId="2553745559" sldId="275"/>
            <ac:spMk id="3" creationId="{34DAA89B-CF4E-DA89-2AC8-0715B89B3D41}"/>
          </ac:spMkLst>
        </pc:spChg>
        <pc:spChg chg="mod">
          <ac:chgData name="Petr Kaška" userId="5faa50ecbc275118" providerId="LiveId" clId="{86D53E1B-F0DF-4A16-838A-169E30D46ABA}" dt="2024-11-10T17:23:40.097" v="13937"/>
          <ac:spMkLst>
            <pc:docMk/>
            <pc:sldMk cId="2553745559" sldId="275"/>
            <ac:spMk id="7" creationId="{90258FFC-BBF4-8B6E-8E72-29106E698D6C}"/>
          </ac:spMkLst>
        </pc:spChg>
        <pc:spChg chg="mod">
          <ac:chgData name="Petr Kaška" userId="5faa50ecbc275118" providerId="LiveId" clId="{86D53E1B-F0DF-4A16-838A-169E30D46ABA}" dt="2024-11-10T17:23:40.097" v="13937"/>
          <ac:spMkLst>
            <pc:docMk/>
            <pc:sldMk cId="2553745559" sldId="275"/>
            <ac:spMk id="8" creationId="{4A230016-C5E7-95D3-82EF-83194CE886F9}"/>
          </ac:spMkLst>
        </pc:spChg>
        <pc:spChg chg="mod">
          <ac:chgData name="Petr Kaška" userId="5faa50ecbc275118" providerId="LiveId" clId="{86D53E1B-F0DF-4A16-838A-169E30D46ABA}" dt="2024-11-01T16:38:49.790" v="4791" actId="20577"/>
          <ac:spMkLst>
            <pc:docMk/>
            <pc:sldMk cId="2553745559" sldId="275"/>
            <ac:spMk id="9" creationId="{D8B1A24A-8ADA-1AEC-E25C-A4060A2058FF}"/>
          </ac:spMkLst>
        </pc:spChg>
        <pc:grpChg chg="add del mod">
          <ac:chgData name="Petr Kaška" userId="5faa50ecbc275118" providerId="LiveId" clId="{86D53E1B-F0DF-4A16-838A-169E30D46ABA}" dt="2024-11-10T17:42:39.112" v="14140" actId="21"/>
          <ac:grpSpMkLst>
            <pc:docMk/>
            <pc:sldMk cId="2553745559" sldId="275"/>
            <ac:grpSpMk id="2" creationId="{7BA9C8D0-8064-AA65-2616-E3745035F8EA}"/>
          </ac:grpSpMkLst>
        </pc:grpChg>
        <pc:grpChg chg="mod">
          <ac:chgData name="Petr Kaška" userId="5faa50ecbc275118" providerId="LiveId" clId="{86D53E1B-F0DF-4A16-838A-169E30D46ABA}" dt="2024-11-10T17:23:40.097" v="13937"/>
          <ac:grpSpMkLst>
            <pc:docMk/>
            <pc:sldMk cId="2553745559" sldId="275"/>
            <ac:grpSpMk id="6" creationId="{6E13E85A-0CA0-BD48-DADD-3650213811B7}"/>
          </ac:grpSpMkLst>
        </pc:grpChg>
        <pc:picChg chg="del">
          <ac:chgData name="Petr Kaška" userId="5faa50ecbc275118" providerId="LiveId" clId="{86D53E1B-F0DF-4A16-838A-169E30D46ABA}" dt="2024-11-01T16:37:32.822" v="4769" actId="478"/>
          <ac:picMkLst>
            <pc:docMk/>
            <pc:sldMk cId="2553745559" sldId="275"/>
            <ac:picMk id="3" creationId="{28E6EF06-29AE-9FAD-8C3D-6B60BFA7890C}"/>
          </ac:picMkLst>
        </pc:picChg>
        <pc:picChg chg="add del">
          <ac:chgData name="Petr Kaška" userId="5faa50ecbc275118" providerId="LiveId" clId="{86D53E1B-F0DF-4A16-838A-169E30D46ABA}" dt="2024-11-10T17:42:14.738" v="14131" actId="21"/>
          <ac:picMkLst>
            <pc:docMk/>
            <pc:sldMk cId="2553745559" sldId="275"/>
            <ac:picMk id="4" creationId="{9799CC9D-C4DD-FF01-B4AD-D91E529DE6A3}"/>
          </ac:picMkLst>
        </pc:picChg>
      </pc:sldChg>
      <pc:sldChg chg="addSp delSp modSp add mod modNotesTx">
        <pc:chgData name="Petr Kaška" userId="5faa50ecbc275118" providerId="LiveId" clId="{86D53E1B-F0DF-4A16-838A-169E30D46ABA}" dt="2024-11-10T17:42:47.896" v="14144" actId="1076"/>
        <pc:sldMkLst>
          <pc:docMk/>
          <pc:sldMk cId="4178349942" sldId="276"/>
        </pc:sldMkLst>
        <pc:spChg chg="mod">
          <ac:chgData name="Petr Kaška" userId="5faa50ecbc275118" providerId="LiveId" clId="{86D53E1B-F0DF-4A16-838A-169E30D46ABA}" dt="2024-11-10T17:24:50.802" v="13963"/>
          <ac:spMkLst>
            <pc:docMk/>
            <pc:sldMk cId="4178349942" sldId="276"/>
            <ac:spMk id="6" creationId="{90FB6E87-CC62-E549-2A5B-D5DF8DE3E885}"/>
          </ac:spMkLst>
        </pc:spChg>
        <pc:spChg chg="mod">
          <ac:chgData name="Petr Kaška" userId="5faa50ecbc275118" providerId="LiveId" clId="{86D53E1B-F0DF-4A16-838A-169E30D46ABA}" dt="2024-11-10T17:24:50.802" v="13963"/>
          <ac:spMkLst>
            <pc:docMk/>
            <pc:sldMk cId="4178349942" sldId="276"/>
            <ac:spMk id="7" creationId="{B224A3FF-684A-765C-DBC5-7495F543D26C}"/>
          </ac:spMkLst>
        </pc:spChg>
        <pc:spChg chg="mod">
          <ac:chgData name="Petr Kaška" userId="5faa50ecbc275118" providerId="LiveId" clId="{86D53E1B-F0DF-4A16-838A-169E30D46ABA}" dt="2024-11-01T16:38:45.392" v="4784" actId="20577"/>
          <ac:spMkLst>
            <pc:docMk/>
            <pc:sldMk cId="4178349942" sldId="276"/>
            <ac:spMk id="9" creationId="{80438015-87B0-4CBB-2E4D-796366E104E6}"/>
          </ac:spMkLst>
        </pc:spChg>
        <pc:spChg chg="mod">
          <ac:chgData name="Petr Kaška" userId="5faa50ecbc275118" providerId="LiveId" clId="{86D53E1B-F0DF-4A16-838A-169E30D46ABA}" dt="2024-11-10T17:42:40.195" v="14141"/>
          <ac:spMkLst>
            <pc:docMk/>
            <pc:sldMk cId="4178349942" sldId="276"/>
            <ac:spMk id="12" creationId="{34DAA89B-CF4E-DA89-2AC8-0715B89B3D41}"/>
          </ac:spMkLst>
        </pc:spChg>
        <pc:spChg chg="mod">
          <ac:chgData name="Petr Kaška" userId="5faa50ecbc275118" providerId="LiveId" clId="{86D53E1B-F0DF-4A16-838A-169E30D46ABA}" dt="2024-11-10T17:42:40.195" v="14141"/>
          <ac:spMkLst>
            <pc:docMk/>
            <pc:sldMk cId="4178349942" sldId="276"/>
            <ac:spMk id="14" creationId="{90258FFC-BBF4-8B6E-8E72-29106E698D6C}"/>
          </ac:spMkLst>
        </pc:spChg>
        <pc:spChg chg="mod">
          <ac:chgData name="Petr Kaška" userId="5faa50ecbc275118" providerId="LiveId" clId="{86D53E1B-F0DF-4A16-838A-169E30D46ABA}" dt="2024-11-10T17:42:40.195" v="14141"/>
          <ac:spMkLst>
            <pc:docMk/>
            <pc:sldMk cId="4178349942" sldId="276"/>
            <ac:spMk id="15" creationId="{4A230016-C5E7-95D3-82EF-83194CE886F9}"/>
          </ac:spMkLst>
        </pc:spChg>
        <pc:grpChg chg="add del mod ord">
          <ac:chgData name="Petr Kaška" userId="5faa50ecbc275118" providerId="LiveId" clId="{86D53E1B-F0DF-4A16-838A-169E30D46ABA}" dt="2024-11-10T17:42:33.803" v="14138" actId="478"/>
          <ac:grpSpMkLst>
            <pc:docMk/>
            <pc:sldMk cId="4178349942" sldId="276"/>
            <ac:grpSpMk id="2" creationId="{1E4DA690-7EA9-7E17-AE88-DB2DF5DD5BA1}"/>
          </ac:grpSpMkLst>
        </pc:grpChg>
        <pc:grpChg chg="add mod">
          <ac:chgData name="Petr Kaška" userId="5faa50ecbc275118" providerId="LiveId" clId="{86D53E1B-F0DF-4A16-838A-169E30D46ABA}" dt="2024-11-10T17:42:47.896" v="14144" actId="1076"/>
          <ac:grpSpMkLst>
            <pc:docMk/>
            <pc:sldMk cId="4178349942" sldId="276"/>
            <ac:grpSpMk id="11" creationId="{7BA9C8D0-8064-AA65-2616-E3745035F8EA}"/>
          </ac:grpSpMkLst>
        </pc:grpChg>
        <pc:grpChg chg="mod">
          <ac:chgData name="Petr Kaška" userId="5faa50ecbc275118" providerId="LiveId" clId="{86D53E1B-F0DF-4A16-838A-169E30D46ABA}" dt="2024-11-10T17:42:40.195" v="14141"/>
          <ac:grpSpMkLst>
            <pc:docMk/>
            <pc:sldMk cId="4178349942" sldId="276"/>
            <ac:grpSpMk id="13" creationId="{6E13E85A-0CA0-BD48-DADD-3650213811B7}"/>
          </ac:grpSpMkLst>
        </pc:grpChg>
        <pc:picChg chg="add del">
          <ac:chgData name="Petr Kaška" userId="5faa50ecbc275118" providerId="LiveId" clId="{86D53E1B-F0DF-4A16-838A-169E30D46ABA}" dt="2024-11-10T17:42:32.562" v="14137" actId="478"/>
          <ac:picMkLst>
            <pc:docMk/>
            <pc:sldMk cId="4178349942" sldId="276"/>
            <ac:picMk id="3" creationId="{7D5598E7-6228-C41C-95B3-F6A0F1F2ECDB}"/>
          </ac:picMkLst>
        </pc:picChg>
        <pc:picChg chg="add del mod ord">
          <ac:chgData name="Petr Kaška" userId="5faa50ecbc275118" providerId="LiveId" clId="{86D53E1B-F0DF-4A16-838A-169E30D46ABA}" dt="2024-11-10T17:37:53.740" v="14081" actId="478"/>
          <ac:picMkLst>
            <pc:docMk/>
            <pc:sldMk cId="4178349942" sldId="276"/>
            <ac:picMk id="4" creationId="{824B57C2-7BA2-9262-9451-C25D5E20CF1B}"/>
          </ac:picMkLst>
        </pc:picChg>
        <pc:picChg chg="add del mod">
          <ac:chgData name="Petr Kaška" userId="5faa50ecbc275118" providerId="LiveId" clId="{86D53E1B-F0DF-4A16-838A-169E30D46ABA}" dt="2024-11-10T17:42:31.293" v="14136" actId="21"/>
          <ac:picMkLst>
            <pc:docMk/>
            <pc:sldMk cId="4178349942" sldId="276"/>
            <ac:picMk id="8" creationId="{9799CC9D-C4DD-FF01-B4AD-D91E529DE6A3}"/>
          </ac:picMkLst>
        </pc:picChg>
        <pc:picChg chg="add mod">
          <ac:chgData name="Petr Kaška" userId="5faa50ecbc275118" providerId="LiveId" clId="{86D53E1B-F0DF-4A16-838A-169E30D46ABA}" dt="2024-11-10T17:42:34.242" v="14139"/>
          <ac:picMkLst>
            <pc:docMk/>
            <pc:sldMk cId="4178349942" sldId="276"/>
            <ac:picMk id="10" creationId="{9799CC9D-C4DD-FF01-B4AD-D91E529DE6A3}"/>
          </ac:picMkLst>
        </pc:picChg>
      </pc:sldChg>
      <pc:sldChg chg="add del">
        <pc:chgData name="Petr Kaška" userId="5faa50ecbc275118" providerId="LiveId" clId="{86D53E1B-F0DF-4A16-838A-169E30D46ABA}" dt="2024-11-01T16:37:30.462" v="4768" actId="47"/>
        <pc:sldMkLst>
          <pc:docMk/>
          <pc:sldMk cId="4254974452" sldId="276"/>
        </pc:sldMkLst>
      </pc:sldChg>
      <pc:sldChg chg="addSp delSp modSp add mod modNotesTx">
        <pc:chgData name="Petr Kaška" userId="5faa50ecbc275118" providerId="LiveId" clId="{86D53E1B-F0DF-4A16-838A-169E30D46ABA}" dt="2024-11-10T17:43:12.530" v="14148" actId="1076"/>
        <pc:sldMkLst>
          <pc:docMk/>
          <pc:sldMk cId="1556291008" sldId="277"/>
        </pc:sldMkLst>
        <pc:spChg chg="mod">
          <ac:chgData name="Petr Kaška" userId="5faa50ecbc275118" providerId="LiveId" clId="{86D53E1B-F0DF-4A16-838A-169E30D46ABA}" dt="2024-11-10T17:43:09.129" v="14147"/>
          <ac:spMkLst>
            <pc:docMk/>
            <pc:sldMk cId="1556291008" sldId="277"/>
            <ac:spMk id="3" creationId="{929AE546-3DAB-FCC7-46D1-97D626F2EDC2}"/>
          </ac:spMkLst>
        </pc:spChg>
        <pc:spChg chg="mod">
          <ac:chgData name="Petr Kaška" userId="5faa50ecbc275118" providerId="LiveId" clId="{86D53E1B-F0DF-4A16-838A-169E30D46ABA}" dt="2024-11-10T17:43:09.129" v="14147"/>
          <ac:spMkLst>
            <pc:docMk/>
            <pc:sldMk cId="1556291008" sldId="277"/>
            <ac:spMk id="6" creationId="{69C72B52-D15F-9D32-35B7-BE3C8383210F}"/>
          </ac:spMkLst>
        </pc:spChg>
        <pc:spChg chg="mod">
          <ac:chgData name="Petr Kaška" userId="5faa50ecbc275118" providerId="LiveId" clId="{86D53E1B-F0DF-4A16-838A-169E30D46ABA}" dt="2024-11-10T17:43:09.129" v="14147"/>
          <ac:spMkLst>
            <pc:docMk/>
            <pc:sldMk cId="1556291008" sldId="277"/>
            <ac:spMk id="7" creationId="{B605C6C5-F0C6-3BB6-F5F9-0C8C28A2B856}"/>
          </ac:spMkLst>
        </pc:spChg>
        <pc:spChg chg="mod">
          <ac:chgData name="Petr Kaška" userId="5faa50ecbc275118" providerId="LiveId" clId="{86D53E1B-F0DF-4A16-838A-169E30D46ABA}" dt="2024-11-01T19:05:12.669" v="4836" actId="20577"/>
          <ac:spMkLst>
            <pc:docMk/>
            <pc:sldMk cId="1556291008" sldId="277"/>
            <ac:spMk id="9" creationId="{A7275CE6-1EEF-20FC-BEE1-779C477E04D4}"/>
          </ac:spMkLst>
        </pc:spChg>
        <pc:grpChg chg="add mod">
          <ac:chgData name="Petr Kaška" userId="5faa50ecbc275118" providerId="LiveId" clId="{86D53E1B-F0DF-4A16-838A-169E30D46ABA}" dt="2024-11-10T17:43:12.530" v="14148" actId="1076"/>
          <ac:grpSpMkLst>
            <pc:docMk/>
            <pc:sldMk cId="1556291008" sldId="277"/>
            <ac:grpSpMk id="2" creationId="{51091400-3927-E71F-08EB-B31249A453F5}"/>
          </ac:grpSpMkLst>
        </pc:grpChg>
        <pc:grpChg chg="mod">
          <ac:chgData name="Petr Kaška" userId="5faa50ecbc275118" providerId="LiveId" clId="{86D53E1B-F0DF-4A16-838A-169E30D46ABA}" dt="2024-11-10T17:43:09.129" v="14147"/>
          <ac:grpSpMkLst>
            <pc:docMk/>
            <pc:sldMk cId="1556291008" sldId="277"/>
            <ac:grpSpMk id="4" creationId="{4BCBCACF-7F9C-AA70-F2E4-CDF3A12CB612}"/>
          </ac:grpSpMkLst>
        </pc:grpChg>
        <pc:picChg chg="add del">
          <ac:chgData name="Petr Kaška" userId="5faa50ecbc275118" providerId="LiveId" clId="{86D53E1B-F0DF-4A16-838A-169E30D46ABA}" dt="2024-11-01T19:05:32.353" v="4838" actId="22"/>
          <ac:picMkLst>
            <pc:docMk/>
            <pc:sldMk cId="1556291008" sldId="277"/>
            <ac:picMk id="3" creationId="{47955D34-4429-EA75-712B-AB4BEEFEE352}"/>
          </ac:picMkLst>
        </pc:picChg>
        <pc:picChg chg="add del mod">
          <ac:chgData name="Petr Kaška" userId="5faa50ecbc275118" providerId="LiveId" clId="{86D53E1B-F0DF-4A16-838A-169E30D46ABA}" dt="2024-11-01T19:06:35.496" v="4842" actId="478"/>
          <ac:picMkLst>
            <pc:docMk/>
            <pc:sldMk cId="1556291008" sldId="277"/>
            <ac:picMk id="6" creationId="{EAA10CFC-6F8A-67BB-2458-D4F3558A2A74}"/>
          </ac:picMkLst>
        </pc:picChg>
        <pc:picChg chg="add mod">
          <ac:chgData name="Petr Kaška" userId="5faa50ecbc275118" providerId="LiveId" clId="{86D53E1B-F0DF-4A16-838A-169E30D46ABA}" dt="2024-11-10T16:17:16.778" v="11472" actId="1076"/>
          <ac:picMkLst>
            <pc:docMk/>
            <pc:sldMk cId="1556291008" sldId="277"/>
            <ac:picMk id="8" creationId="{CB113682-E1CB-BC42-483B-D720C9EC220D}"/>
          </ac:picMkLst>
        </pc:picChg>
        <pc:picChg chg="add del mod">
          <ac:chgData name="Petr Kaška" userId="5faa50ecbc275118" providerId="LiveId" clId="{86D53E1B-F0DF-4A16-838A-169E30D46ABA}" dt="2024-11-01T19:08:27.461" v="4873" actId="478"/>
          <ac:picMkLst>
            <pc:docMk/>
            <pc:sldMk cId="1556291008" sldId="277"/>
            <ac:picMk id="11" creationId="{C9564AD8-1619-C02F-1033-02C2836FCFAC}"/>
          </ac:picMkLst>
        </pc:picChg>
        <pc:picChg chg="add del mod">
          <ac:chgData name="Petr Kaška" userId="5faa50ecbc275118" providerId="LiveId" clId="{86D53E1B-F0DF-4A16-838A-169E30D46ABA}" dt="2024-11-01T19:07:38.996" v="4861" actId="478"/>
          <ac:picMkLst>
            <pc:docMk/>
            <pc:sldMk cId="1556291008" sldId="277"/>
            <ac:picMk id="13" creationId="{BD0F9684-7ED1-768D-AC72-A44C79314912}"/>
          </ac:picMkLst>
        </pc:picChg>
        <pc:picChg chg="add del mod">
          <ac:chgData name="Petr Kaška" userId="5faa50ecbc275118" providerId="LiveId" clId="{86D53E1B-F0DF-4A16-838A-169E30D46ABA}" dt="2024-11-01T19:07:30.744" v="4858" actId="22"/>
          <ac:picMkLst>
            <pc:docMk/>
            <pc:sldMk cId="1556291008" sldId="277"/>
            <ac:picMk id="15" creationId="{E4167F17-5040-DC3E-52DC-CE3045E9E9B2}"/>
          </ac:picMkLst>
        </pc:picChg>
        <pc:picChg chg="add del mod">
          <ac:chgData name="Petr Kaška" userId="5faa50ecbc275118" providerId="LiveId" clId="{86D53E1B-F0DF-4A16-838A-169E30D46ABA}" dt="2024-11-01T19:09:03.610" v="4877" actId="478"/>
          <ac:picMkLst>
            <pc:docMk/>
            <pc:sldMk cId="1556291008" sldId="277"/>
            <ac:picMk id="17" creationId="{4EA1ACAC-2BB3-5BC8-CCEA-865B17EEF5BD}"/>
          </ac:picMkLst>
        </pc:picChg>
        <pc:picChg chg="add del mod">
          <ac:chgData name="Petr Kaška" userId="5faa50ecbc275118" providerId="LiveId" clId="{86D53E1B-F0DF-4A16-838A-169E30D46ABA}" dt="2024-11-01T19:09:04.354" v="4878" actId="478"/>
          <ac:picMkLst>
            <pc:docMk/>
            <pc:sldMk cId="1556291008" sldId="277"/>
            <ac:picMk id="19" creationId="{1A8EACC4-BEA7-B216-7303-09003BFC4ECC}"/>
          </ac:picMkLst>
        </pc:picChg>
        <pc:picChg chg="add del mod">
          <ac:chgData name="Petr Kaška" userId="5faa50ecbc275118" providerId="LiveId" clId="{86D53E1B-F0DF-4A16-838A-169E30D46ABA}" dt="2024-11-01T19:09:02.813" v="4876" actId="478"/>
          <ac:picMkLst>
            <pc:docMk/>
            <pc:sldMk cId="1556291008" sldId="277"/>
            <ac:picMk id="21" creationId="{A1471EBB-6510-1DA7-040C-746E61AD5A96}"/>
          </ac:picMkLst>
        </pc:picChg>
        <pc:picChg chg="add del mod">
          <ac:chgData name="Petr Kaška" userId="5faa50ecbc275118" providerId="LiveId" clId="{86D53E1B-F0DF-4A16-838A-169E30D46ABA}" dt="2024-11-01T19:09:05.328" v="4879" actId="478"/>
          <ac:picMkLst>
            <pc:docMk/>
            <pc:sldMk cId="1556291008" sldId="277"/>
            <ac:picMk id="23" creationId="{F0B8BB29-4111-0A57-EC69-14DA2F0CA493}"/>
          </ac:picMkLst>
        </pc:picChg>
        <pc:picChg chg="add del mod">
          <ac:chgData name="Petr Kaška" userId="5faa50ecbc275118" providerId="LiveId" clId="{86D53E1B-F0DF-4A16-838A-169E30D46ABA}" dt="2024-11-01T19:09:06.611" v="4881" actId="478"/>
          <ac:picMkLst>
            <pc:docMk/>
            <pc:sldMk cId="1556291008" sldId="277"/>
            <ac:picMk id="25" creationId="{ECB6AAC1-2D57-AC08-EAF9-BEC726EE28AD}"/>
          </ac:picMkLst>
        </pc:picChg>
        <pc:picChg chg="add del mod">
          <ac:chgData name="Petr Kaška" userId="5faa50ecbc275118" providerId="LiveId" clId="{86D53E1B-F0DF-4A16-838A-169E30D46ABA}" dt="2024-11-01T19:09:05.991" v="4880" actId="478"/>
          <ac:picMkLst>
            <pc:docMk/>
            <pc:sldMk cId="1556291008" sldId="277"/>
            <ac:picMk id="27" creationId="{A15B17E4-5CCF-FD30-4C1E-1F0286904304}"/>
          </ac:picMkLst>
        </pc:picChg>
        <pc:picChg chg="add mod">
          <ac:chgData name="Petr Kaška" userId="5faa50ecbc275118" providerId="LiveId" clId="{86D53E1B-F0DF-4A16-838A-169E30D46ABA}" dt="2024-11-01T19:09:50.838" v="4902" actId="1076"/>
          <ac:picMkLst>
            <pc:docMk/>
            <pc:sldMk cId="1556291008" sldId="277"/>
            <ac:picMk id="29" creationId="{53B08A6A-16A0-0A26-5581-1274D32C2FAD}"/>
          </ac:picMkLst>
        </pc:picChg>
        <pc:picChg chg="add del mod">
          <ac:chgData name="Petr Kaška" userId="5faa50ecbc275118" providerId="LiveId" clId="{86D53E1B-F0DF-4A16-838A-169E30D46ABA}" dt="2024-11-01T19:09:45.901" v="4898" actId="478"/>
          <ac:picMkLst>
            <pc:docMk/>
            <pc:sldMk cId="1556291008" sldId="277"/>
            <ac:picMk id="31" creationId="{C341D57B-F001-A316-70B8-95B5FF7E82AB}"/>
          </ac:picMkLst>
        </pc:picChg>
        <pc:picChg chg="add del mod">
          <ac:chgData name="Petr Kaška" userId="5faa50ecbc275118" providerId="LiveId" clId="{86D53E1B-F0DF-4A16-838A-169E30D46ABA}" dt="2024-11-10T17:43:04.226" v="14146" actId="478"/>
          <ac:picMkLst>
            <pc:docMk/>
            <pc:sldMk cId="1556291008" sldId="277"/>
            <ac:picMk id="33" creationId="{749C8342-F210-0D46-2E71-0D2EBDDEC865}"/>
          </ac:picMkLst>
        </pc:picChg>
      </pc:sldChg>
      <pc:sldChg chg="add del">
        <pc:chgData name="Petr Kaška" userId="5faa50ecbc275118" providerId="LiveId" clId="{86D53E1B-F0DF-4A16-838A-169E30D46ABA}" dt="2024-11-01T16:37:29.175" v="4767" actId="47"/>
        <pc:sldMkLst>
          <pc:docMk/>
          <pc:sldMk cId="3281470020" sldId="277"/>
        </pc:sldMkLst>
      </pc:sldChg>
      <pc:sldChg chg="addSp delSp modSp add mod modNotesTx">
        <pc:chgData name="Petr Kaška" userId="5faa50ecbc275118" providerId="LiveId" clId="{86D53E1B-F0DF-4A16-838A-169E30D46ABA}" dt="2024-11-10T16:25:26.270" v="11604" actId="20577"/>
        <pc:sldMkLst>
          <pc:docMk/>
          <pc:sldMk cId="3491263774" sldId="278"/>
        </pc:sldMkLst>
        <pc:spChg chg="mod">
          <ac:chgData name="Petr Kaška" userId="5faa50ecbc275118" providerId="LiveId" clId="{86D53E1B-F0DF-4A16-838A-169E30D46ABA}" dt="2024-11-01T19:10:25.850" v="4916" actId="20577"/>
          <ac:spMkLst>
            <pc:docMk/>
            <pc:sldMk cId="3491263774" sldId="278"/>
            <ac:spMk id="9" creationId="{B199D8FE-0506-A552-3E5A-983EA1E2C776}"/>
          </ac:spMkLst>
        </pc:spChg>
        <pc:picChg chg="add del">
          <ac:chgData name="Petr Kaška" userId="5faa50ecbc275118" providerId="LiveId" clId="{86D53E1B-F0DF-4A16-838A-169E30D46ABA}" dt="2024-11-01T19:10:34.738" v="4918" actId="22"/>
          <ac:picMkLst>
            <pc:docMk/>
            <pc:sldMk cId="3491263774" sldId="278"/>
            <ac:picMk id="3" creationId="{6B6C927D-4A72-72BD-F459-081350F684B1}"/>
          </ac:picMkLst>
        </pc:picChg>
        <pc:picChg chg="add mod">
          <ac:chgData name="Petr Kaška" userId="5faa50ecbc275118" providerId="LiveId" clId="{86D53E1B-F0DF-4A16-838A-169E30D46ABA}" dt="2024-11-01T19:10:44.631" v="4920" actId="1076"/>
          <ac:picMkLst>
            <pc:docMk/>
            <pc:sldMk cId="3491263774" sldId="278"/>
            <ac:picMk id="6" creationId="{6BE5C732-19D5-A0BC-3102-E0F72C06BB91}"/>
          </ac:picMkLst>
        </pc:picChg>
      </pc:sldChg>
      <pc:sldChg chg="addSp delSp add mod modNotesTx">
        <pc:chgData name="Petr Kaška" userId="5faa50ecbc275118" providerId="LiveId" clId="{86D53E1B-F0DF-4A16-838A-169E30D46ABA}" dt="2024-11-10T16:52:35.200" v="11837" actId="6549"/>
        <pc:sldMkLst>
          <pc:docMk/>
          <pc:sldMk cId="3914750918" sldId="279"/>
        </pc:sldMkLst>
        <pc:picChg chg="add del">
          <ac:chgData name="Petr Kaška" userId="5faa50ecbc275118" providerId="LiveId" clId="{86D53E1B-F0DF-4A16-838A-169E30D46ABA}" dt="2024-11-01T19:11:00.245" v="4922" actId="22"/>
          <ac:picMkLst>
            <pc:docMk/>
            <pc:sldMk cId="3914750918" sldId="279"/>
            <ac:picMk id="3" creationId="{AF516A17-22DD-FD80-FF6E-FD768486A287}"/>
          </ac:picMkLst>
        </pc:picChg>
        <pc:picChg chg="add">
          <ac:chgData name="Petr Kaška" userId="5faa50ecbc275118" providerId="LiveId" clId="{86D53E1B-F0DF-4A16-838A-169E30D46ABA}" dt="2024-11-01T19:11:06.571" v="4923" actId="22"/>
          <ac:picMkLst>
            <pc:docMk/>
            <pc:sldMk cId="3914750918" sldId="279"/>
            <ac:picMk id="6" creationId="{E5C63FBD-0F23-EE59-5F4A-B6F3F779EB6D}"/>
          </ac:picMkLst>
        </pc:picChg>
      </pc:sldChg>
      <pc:sldChg chg="add del">
        <pc:chgData name="Petr Kaška" userId="5faa50ecbc275118" providerId="LiveId" clId="{86D53E1B-F0DF-4A16-838A-169E30D46ABA}" dt="2024-11-01T16:39:06.846" v="4800"/>
        <pc:sldMkLst>
          <pc:docMk/>
          <pc:sldMk cId="1847641481" sldId="280"/>
        </pc:sldMkLst>
      </pc:sldChg>
      <pc:sldChg chg="add del">
        <pc:chgData name="Petr Kaška" userId="5faa50ecbc275118" providerId="LiveId" clId="{86D53E1B-F0DF-4A16-838A-169E30D46ABA}" dt="2024-11-01T19:50:24.750" v="5371" actId="47"/>
        <pc:sldMkLst>
          <pc:docMk/>
          <pc:sldMk cId="2942884644" sldId="280"/>
        </pc:sldMkLst>
      </pc:sldChg>
      <pc:sldChg chg="addSp delSp modSp add del mod modNotesTx">
        <pc:chgData name="Petr Kaška" userId="5faa50ecbc275118" providerId="LiveId" clId="{86D53E1B-F0DF-4A16-838A-169E30D46ABA}" dt="2024-11-10T16:55:31.812" v="12013" actId="47"/>
        <pc:sldMkLst>
          <pc:docMk/>
          <pc:sldMk cId="2798517084" sldId="281"/>
        </pc:sldMkLst>
        <pc:spChg chg="mod">
          <ac:chgData name="Petr Kaška" userId="5faa50ecbc275118" providerId="LiveId" clId="{86D53E1B-F0DF-4A16-838A-169E30D46ABA}" dt="2024-11-01T19:27:09.151" v="4946" actId="20577"/>
          <ac:spMkLst>
            <pc:docMk/>
            <pc:sldMk cId="2798517084" sldId="281"/>
            <ac:spMk id="9" creationId="{79737BAA-A5D9-9840-F565-58A65D2F5FF4}"/>
          </ac:spMkLst>
        </pc:spChg>
        <pc:picChg chg="add del">
          <ac:chgData name="Petr Kaška" userId="5faa50ecbc275118" providerId="LiveId" clId="{86D53E1B-F0DF-4A16-838A-169E30D46ABA}" dt="2024-11-01T19:27:48.121" v="4951" actId="478"/>
          <ac:picMkLst>
            <pc:docMk/>
            <pc:sldMk cId="2798517084" sldId="281"/>
            <ac:picMk id="3" creationId="{8E374131-A02A-1818-6F03-FA9A446D5ABA}"/>
          </ac:picMkLst>
        </pc:picChg>
        <pc:picChg chg="del">
          <ac:chgData name="Petr Kaška" userId="5faa50ecbc275118" providerId="LiveId" clId="{86D53E1B-F0DF-4A16-838A-169E30D46ABA}" dt="2024-11-01T19:27:23.694" v="4949" actId="478"/>
          <ac:picMkLst>
            <pc:docMk/>
            <pc:sldMk cId="2798517084" sldId="281"/>
            <ac:picMk id="6" creationId="{519EB3E3-1EB0-A488-A6E1-866B3EFFEA8A}"/>
          </ac:picMkLst>
        </pc:picChg>
        <pc:picChg chg="add">
          <ac:chgData name="Petr Kaška" userId="5faa50ecbc275118" providerId="LiveId" clId="{86D53E1B-F0DF-4A16-838A-169E30D46ABA}" dt="2024-11-01T19:28:01.229" v="4952" actId="22"/>
          <ac:picMkLst>
            <pc:docMk/>
            <pc:sldMk cId="2798517084" sldId="281"/>
            <ac:picMk id="7" creationId="{1F42581F-8B61-3AE4-FC4E-F9A6271CCF86}"/>
          </ac:picMkLst>
        </pc:picChg>
      </pc:sldChg>
      <pc:sldChg chg="add del">
        <pc:chgData name="Petr Kaška" userId="5faa50ecbc275118" providerId="LiveId" clId="{86D53E1B-F0DF-4A16-838A-169E30D46ABA}" dt="2024-11-01T16:39:06.563" v="4799"/>
        <pc:sldMkLst>
          <pc:docMk/>
          <pc:sldMk cId="3551914474" sldId="281"/>
        </pc:sldMkLst>
      </pc:sldChg>
      <pc:sldChg chg="add del">
        <pc:chgData name="Petr Kaška" userId="5faa50ecbc275118" providerId="LiveId" clId="{86D53E1B-F0DF-4A16-838A-169E30D46ABA}" dt="2024-11-01T16:39:06.327" v="4798"/>
        <pc:sldMkLst>
          <pc:docMk/>
          <pc:sldMk cId="1566713059" sldId="282"/>
        </pc:sldMkLst>
      </pc:sldChg>
      <pc:sldChg chg="addSp delSp modSp add del mod">
        <pc:chgData name="Petr Kaška" userId="5faa50ecbc275118" providerId="LiveId" clId="{86D53E1B-F0DF-4A16-838A-169E30D46ABA}" dt="2024-11-10T16:53:35.322" v="11852" actId="47"/>
        <pc:sldMkLst>
          <pc:docMk/>
          <pc:sldMk cId="2951270564" sldId="282"/>
        </pc:sldMkLst>
        <pc:picChg chg="add">
          <ac:chgData name="Petr Kaška" userId="5faa50ecbc275118" providerId="LiveId" clId="{86D53E1B-F0DF-4A16-838A-169E30D46ABA}" dt="2024-11-01T19:28:13.596" v="4956" actId="22"/>
          <ac:picMkLst>
            <pc:docMk/>
            <pc:sldMk cId="2951270564" sldId="282"/>
            <ac:picMk id="3" creationId="{EB908949-DFC9-EAEE-1837-04B61EC09E3A}"/>
          </ac:picMkLst>
        </pc:picChg>
        <pc:picChg chg="del mod">
          <ac:chgData name="Petr Kaška" userId="5faa50ecbc275118" providerId="LiveId" clId="{86D53E1B-F0DF-4A16-838A-169E30D46ABA}" dt="2024-11-01T19:28:06.474" v="4955" actId="478"/>
          <ac:picMkLst>
            <pc:docMk/>
            <pc:sldMk cId="2951270564" sldId="282"/>
            <ac:picMk id="7" creationId="{A948305E-B3A6-58B9-A7E9-AA58472A8089}"/>
          </ac:picMkLst>
        </pc:picChg>
      </pc:sldChg>
      <pc:sldChg chg="addSp delSp modSp add del mod modNotesTx">
        <pc:chgData name="Petr Kaška" userId="5faa50ecbc275118" providerId="LiveId" clId="{86D53E1B-F0DF-4A16-838A-169E30D46ABA}" dt="2024-11-10T16:57:54.069" v="12158" actId="20577"/>
        <pc:sldMkLst>
          <pc:docMk/>
          <pc:sldMk cId="425595059" sldId="283"/>
        </pc:sldMkLst>
        <pc:spChg chg="mod">
          <ac:chgData name="Petr Kaška" userId="5faa50ecbc275118" providerId="LiveId" clId="{86D53E1B-F0DF-4A16-838A-169E30D46ABA}" dt="2024-11-10T16:57:01.776" v="12026" actId="20577"/>
          <ac:spMkLst>
            <pc:docMk/>
            <pc:sldMk cId="425595059" sldId="283"/>
            <ac:spMk id="9" creationId="{B29C0BFD-A8C5-3026-723D-DCEF2E7EE605}"/>
          </ac:spMkLst>
        </pc:spChg>
        <pc:grpChg chg="mod">
          <ac:chgData name="Petr Kaška" userId="5faa50ecbc275118" providerId="LiveId" clId="{86D53E1B-F0DF-4A16-838A-169E30D46ABA}" dt="2024-11-01T19:28:53.286" v="4969"/>
          <ac:grpSpMkLst>
            <pc:docMk/>
            <pc:sldMk cId="425595059" sldId="283"/>
            <ac:grpSpMk id="10" creationId="{6A274543-91F0-FCE0-96EB-EFC962DA3C59}"/>
          </ac:grpSpMkLst>
        </pc:grpChg>
        <pc:picChg chg="add del mod">
          <ac:chgData name="Petr Kaška" userId="5faa50ecbc275118" providerId="LiveId" clId="{86D53E1B-F0DF-4A16-838A-169E30D46ABA}" dt="2024-11-01T19:30:06.388" v="4975" actId="478"/>
          <ac:picMkLst>
            <pc:docMk/>
            <pc:sldMk cId="425595059" sldId="283"/>
            <ac:picMk id="2" creationId="{A1D577A8-2AFA-A485-48CF-B92973649046}"/>
          </ac:picMkLst>
        </pc:picChg>
        <pc:picChg chg="add del">
          <ac:chgData name="Petr Kaška" userId="5faa50ecbc275118" providerId="LiveId" clId="{86D53E1B-F0DF-4A16-838A-169E30D46ABA}" dt="2024-11-01T19:29:00.138" v="4970" actId="478"/>
          <ac:picMkLst>
            <pc:docMk/>
            <pc:sldMk cId="425595059" sldId="283"/>
            <ac:picMk id="3" creationId="{7D613F87-A0EA-8F43-B061-7CE405DEEB0C}"/>
          </ac:picMkLst>
        </pc:picChg>
        <pc:picChg chg="add mod">
          <ac:chgData name="Petr Kaška" userId="5faa50ecbc275118" providerId="LiveId" clId="{86D53E1B-F0DF-4A16-838A-169E30D46ABA}" dt="2024-11-01T19:30:08.904" v="4976" actId="1076"/>
          <ac:picMkLst>
            <pc:docMk/>
            <pc:sldMk cId="425595059" sldId="283"/>
            <ac:picMk id="12" creationId="{9F1160B5-2CE1-0924-7053-EE133970449A}"/>
          </ac:picMkLst>
        </pc:picChg>
        <pc:inkChg chg="add del">
          <ac:chgData name="Petr Kaška" userId="5faa50ecbc275118" providerId="LiveId" clId="{86D53E1B-F0DF-4A16-838A-169E30D46ABA}" dt="2024-11-01T19:28:46.338" v="4963" actId="9405"/>
          <ac:inkMkLst>
            <pc:docMk/>
            <pc:sldMk cId="425595059" sldId="283"/>
            <ac:inkMk id="4" creationId="{532A0C3C-8224-FEC9-32E1-C060C56E6D41}"/>
          </ac:inkMkLst>
        </pc:inkChg>
        <pc:inkChg chg="add">
          <ac:chgData name="Petr Kaška" userId="5faa50ecbc275118" providerId="LiveId" clId="{86D53E1B-F0DF-4A16-838A-169E30D46ABA}" dt="2024-11-01T19:28:50.880" v="4964" actId="9405"/>
          <ac:inkMkLst>
            <pc:docMk/>
            <pc:sldMk cId="425595059" sldId="283"/>
            <ac:inkMk id="6" creationId="{28B74088-1781-A6B0-7990-B6B1C3F89443}"/>
          </ac:inkMkLst>
        </pc:inkChg>
        <pc:inkChg chg="add mod">
          <ac:chgData name="Petr Kaška" userId="5faa50ecbc275118" providerId="LiveId" clId="{86D53E1B-F0DF-4A16-838A-169E30D46ABA}" dt="2024-11-01T19:28:53.286" v="4969"/>
          <ac:inkMkLst>
            <pc:docMk/>
            <pc:sldMk cId="425595059" sldId="283"/>
            <ac:inkMk id="7" creationId="{67D8EEA7-975C-EBE9-5670-FE94EBCF21A4}"/>
          </ac:inkMkLst>
        </pc:inkChg>
        <pc:inkChg chg="add del mod">
          <ac:chgData name="Petr Kaška" userId="5faa50ecbc275118" providerId="LiveId" clId="{86D53E1B-F0DF-4A16-838A-169E30D46ABA}" dt="2024-11-01T19:28:53.286" v="4969"/>
          <ac:inkMkLst>
            <pc:docMk/>
            <pc:sldMk cId="425595059" sldId="283"/>
            <ac:inkMk id="8" creationId="{FB624F8D-D6E7-6DE0-5590-BB7386F91AFC}"/>
          </ac:inkMkLst>
        </pc:inkChg>
      </pc:sldChg>
      <pc:sldChg chg="addSp delSp add del mod">
        <pc:chgData name="Petr Kaška" userId="5faa50ecbc275118" providerId="LiveId" clId="{86D53E1B-F0DF-4A16-838A-169E30D46ABA}" dt="2024-11-01T19:50:27.320" v="5372" actId="47"/>
        <pc:sldMkLst>
          <pc:docMk/>
          <pc:sldMk cId="3913837475" sldId="284"/>
        </pc:sldMkLst>
        <pc:picChg chg="del">
          <ac:chgData name="Petr Kaška" userId="5faa50ecbc275118" providerId="LiveId" clId="{86D53E1B-F0DF-4A16-838A-169E30D46ABA}" dt="2024-11-01T19:29:24.844" v="4971" actId="478"/>
          <ac:picMkLst>
            <pc:docMk/>
            <pc:sldMk cId="3913837475" sldId="284"/>
            <ac:picMk id="3" creationId="{F84E61DB-5FCD-969A-9BCE-6504CF0AC3FC}"/>
          </ac:picMkLst>
        </pc:picChg>
        <pc:picChg chg="add">
          <ac:chgData name="Petr Kaška" userId="5faa50ecbc275118" providerId="LiveId" clId="{86D53E1B-F0DF-4A16-838A-169E30D46ABA}" dt="2024-11-01T19:29:30.151" v="4972" actId="22"/>
          <ac:picMkLst>
            <pc:docMk/>
            <pc:sldMk cId="3913837475" sldId="284"/>
            <ac:picMk id="4" creationId="{2B665D5B-5FC3-6DA7-D8CC-9A4C3E331875}"/>
          </ac:picMkLst>
        </pc:picChg>
      </pc:sldChg>
      <pc:sldChg chg="addSp delSp add mod ord modNotesTx">
        <pc:chgData name="Petr Kaška" userId="5faa50ecbc275118" providerId="LiveId" clId="{86D53E1B-F0DF-4A16-838A-169E30D46ABA}" dt="2024-11-10T16:54:57.847" v="12008" actId="20577"/>
        <pc:sldMkLst>
          <pc:docMk/>
          <pc:sldMk cId="3594761586" sldId="285"/>
        </pc:sldMkLst>
        <pc:picChg chg="add">
          <ac:chgData name="Petr Kaška" userId="5faa50ecbc275118" providerId="LiveId" clId="{86D53E1B-F0DF-4A16-838A-169E30D46ABA}" dt="2024-11-01T19:30:53.792" v="4979" actId="22"/>
          <ac:picMkLst>
            <pc:docMk/>
            <pc:sldMk cId="3594761586" sldId="285"/>
            <ac:picMk id="3" creationId="{A910D69C-6958-5E0A-47F1-ED5D09A40D70}"/>
          </ac:picMkLst>
        </pc:picChg>
        <pc:picChg chg="add del">
          <ac:chgData name="Petr Kaška" userId="5faa50ecbc275118" providerId="LiveId" clId="{86D53E1B-F0DF-4A16-838A-169E30D46ABA}" dt="2024-11-01T19:32:02.052" v="4981" actId="478"/>
          <ac:picMkLst>
            <pc:docMk/>
            <pc:sldMk cId="3594761586" sldId="285"/>
            <ac:picMk id="8" creationId="{7A45BAD9-D2B5-D87D-4C26-CF31EB114D04}"/>
          </ac:picMkLst>
        </pc:picChg>
        <pc:picChg chg="del">
          <ac:chgData name="Petr Kaška" userId="5faa50ecbc275118" providerId="LiveId" clId="{86D53E1B-F0DF-4A16-838A-169E30D46ABA}" dt="2024-11-01T19:30:25.670" v="4978" actId="478"/>
          <ac:picMkLst>
            <pc:docMk/>
            <pc:sldMk cId="3594761586" sldId="285"/>
            <ac:picMk id="12" creationId="{F05E4BE5-FB4F-73D4-E91F-586CA76733EF}"/>
          </ac:picMkLst>
        </pc:picChg>
      </pc:sldChg>
      <pc:sldChg chg="addSp delSp modSp add mod delAnim modAnim modNotesTx">
        <pc:chgData name="Petr Kaška" userId="5faa50ecbc275118" providerId="LiveId" clId="{86D53E1B-F0DF-4A16-838A-169E30D46ABA}" dt="2024-11-10T17:28:20.971" v="14014" actId="14100"/>
        <pc:sldMkLst>
          <pc:docMk/>
          <pc:sldMk cId="35078693" sldId="286"/>
        </pc:sldMkLst>
        <pc:spChg chg="add mod ord">
          <ac:chgData name="Petr Kaška" userId="5faa50ecbc275118" providerId="LiveId" clId="{86D53E1B-F0DF-4A16-838A-169E30D46ABA}" dt="2024-11-10T17:01:33.403" v="12373" actId="164"/>
          <ac:spMkLst>
            <pc:docMk/>
            <pc:sldMk cId="35078693" sldId="286"/>
            <ac:spMk id="2" creationId="{564B39D5-C678-DAF2-1AC0-587EF7306EEF}"/>
          </ac:spMkLst>
        </pc:spChg>
        <pc:spChg chg="add mod">
          <ac:chgData name="Petr Kaška" userId="5faa50ecbc275118" providerId="LiveId" clId="{86D53E1B-F0DF-4A16-838A-169E30D46ABA}" dt="2024-11-10T17:01:33.403" v="12373" actId="164"/>
          <ac:spMkLst>
            <pc:docMk/>
            <pc:sldMk cId="35078693" sldId="286"/>
            <ac:spMk id="3" creationId="{913F11AB-1ED0-C1DF-E4F2-04CA090BFD21}"/>
          </ac:spMkLst>
        </pc:spChg>
        <pc:spChg chg="mod">
          <ac:chgData name="Petr Kaška" userId="5faa50ecbc275118" providerId="LiveId" clId="{86D53E1B-F0DF-4A16-838A-169E30D46ABA}" dt="2024-11-01T19:38:25.535" v="5014" actId="20577"/>
          <ac:spMkLst>
            <pc:docMk/>
            <pc:sldMk cId="35078693" sldId="286"/>
            <ac:spMk id="9" creationId="{6BCD1D24-6497-40C8-F1D9-B5B71FAC005C}"/>
          </ac:spMkLst>
        </pc:spChg>
        <pc:spChg chg="mod ord">
          <ac:chgData name="Petr Kaška" userId="5faa50ecbc275118" providerId="LiveId" clId="{86D53E1B-F0DF-4A16-838A-169E30D46ABA}" dt="2024-11-10T17:26:21.566" v="13987" actId="166"/>
          <ac:spMkLst>
            <pc:docMk/>
            <pc:sldMk cId="35078693" sldId="286"/>
            <ac:spMk id="11" creationId="{D08DA674-7760-0720-3D2B-37961437C612}"/>
          </ac:spMkLst>
        </pc:spChg>
        <pc:spChg chg="mod">
          <ac:chgData name="Petr Kaška" userId="5faa50ecbc275118" providerId="LiveId" clId="{86D53E1B-F0DF-4A16-838A-169E30D46ABA}" dt="2024-11-10T17:25:05.791" v="13969"/>
          <ac:spMkLst>
            <pc:docMk/>
            <pc:sldMk cId="35078693" sldId="286"/>
            <ac:spMk id="12" creationId="{685343B0-397D-C99A-8B84-4E74B2E1E9D4}"/>
          </ac:spMkLst>
        </pc:spChg>
        <pc:spChg chg="mod">
          <ac:chgData name="Petr Kaška" userId="5faa50ecbc275118" providerId="LiveId" clId="{86D53E1B-F0DF-4A16-838A-169E30D46ABA}" dt="2024-11-10T17:25:11.683" v="13971"/>
          <ac:spMkLst>
            <pc:docMk/>
            <pc:sldMk cId="35078693" sldId="286"/>
            <ac:spMk id="14" creationId="{2E00BD7F-1897-35ED-5DDF-F689E2AE3E20}"/>
          </ac:spMkLst>
        </pc:spChg>
        <pc:spChg chg="mod">
          <ac:chgData name="Petr Kaška" userId="5faa50ecbc275118" providerId="LiveId" clId="{86D53E1B-F0DF-4A16-838A-169E30D46ABA}" dt="2024-11-10T17:25:19.844" v="13974" actId="1076"/>
          <ac:spMkLst>
            <pc:docMk/>
            <pc:sldMk cId="35078693" sldId="286"/>
            <ac:spMk id="16" creationId="{11DE9E69-8F64-7737-87EA-BBC966DAFA8A}"/>
          </ac:spMkLst>
        </pc:spChg>
        <pc:spChg chg="mod">
          <ac:chgData name="Petr Kaška" userId="5faa50ecbc275118" providerId="LiveId" clId="{86D53E1B-F0DF-4A16-838A-169E30D46ABA}" dt="2024-11-10T17:25:11.683" v="13971"/>
          <ac:spMkLst>
            <pc:docMk/>
            <pc:sldMk cId="35078693" sldId="286"/>
            <ac:spMk id="17" creationId="{2EE30222-064F-9C20-87F2-046D9E6586D4}"/>
          </ac:spMkLst>
        </pc:spChg>
        <pc:spChg chg="add mod ord">
          <ac:chgData name="Petr Kaška" userId="5faa50ecbc275118" providerId="LiveId" clId="{86D53E1B-F0DF-4A16-838A-169E30D46ABA}" dt="2024-11-10T17:27:23.108" v="14009" actId="164"/>
          <ac:spMkLst>
            <pc:docMk/>
            <pc:sldMk cId="35078693" sldId="286"/>
            <ac:spMk id="19" creationId="{C993289B-8431-7618-68F2-C34B3D032902}"/>
          </ac:spMkLst>
        </pc:spChg>
        <pc:grpChg chg="add mod">
          <ac:chgData name="Petr Kaška" userId="5faa50ecbc275118" providerId="LiveId" clId="{86D53E1B-F0DF-4A16-838A-169E30D46ABA}" dt="2024-11-10T17:01:38.296" v="12374" actId="1076"/>
          <ac:grpSpMkLst>
            <pc:docMk/>
            <pc:sldMk cId="35078693" sldId="286"/>
            <ac:grpSpMk id="4" creationId="{932B9003-28ED-64D4-93B5-DAD5D160294C}"/>
          </ac:grpSpMkLst>
        </pc:grpChg>
        <pc:grpChg chg="add mod ord">
          <ac:chgData name="Petr Kaška" userId="5faa50ecbc275118" providerId="LiveId" clId="{86D53E1B-F0DF-4A16-838A-169E30D46ABA}" dt="2024-11-10T17:27:23.108" v="14009" actId="164"/>
          <ac:grpSpMkLst>
            <pc:docMk/>
            <pc:sldMk cId="35078693" sldId="286"/>
            <ac:grpSpMk id="10" creationId="{6A0CEB5E-6E58-6C06-5F84-219D210DC010}"/>
          </ac:grpSpMkLst>
        </pc:grpChg>
        <pc:grpChg chg="add mod ord">
          <ac:chgData name="Petr Kaška" userId="5faa50ecbc275118" providerId="LiveId" clId="{86D53E1B-F0DF-4A16-838A-169E30D46ABA}" dt="2024-11-10T17:26:50.076" v="13999" actId="1076"/>
          <ac:grpSpMkLst>
            <pc:docMk/>
            <pc:sldMk cId="35078693" sldId="286"/>
            <ac:grpSpMk id="13" creationId="{632EAF2A-C3F1-04A5-037F-C6E38B1E2442}"/>
          </ac:grpSpMkLst>
        </pc:grpChg>
        <pc:grpChg chg="mod">
          <ac:chgData name="Petr Kaška" userId="5faa50ecbc275118" providerId="LiveId" clId="{86D53E1B-F0DF-4A16-838A-169E30D46ABA}" dt="2024-11-10T17:25:11.683" v="13971"/>
          <ac:grpSpMkLst>
            <pc:docMk/>
            <pc:sldMk cId="35078693" sldId="286"/>
            <ac:grpSpMk id="15" creationId="{7303CC16-B056-67B0-3E85-E8684843FD2C}"/>
          </ac:grpSpMkLst>
        </pc:grpChg>
        <pc:grpChg chg="add mod ord">
          <ac:chgData name="Petr Kaška" userId="5faa50ecbc275118" providerId="LiveId" clId="{86D53E1B-F0DF-4A16-838A-169E30D46ABA}" dt="2024-11-10T17:28:20.971" v="14014" actId="14100"/>
          <ac:grpSpMkLst>
            <pc:docMk/>
            <pc:sldMk cId="35078693" sldId="286"/>
            <ac:grpSpMk id="20" creationId="{6F063C9D-5059-0FF6-76A0-6DE1D58A9854}"/>
          </ac:grpSpMkLst>
        </pc:grpChg>
        <pc:picChg chg="del">
          <ac:chgData name="Petr Kaška" userId="5faa50ecbc275118" providerId="LiveId" clId="{86D53E1B-F0DF-4A16-838A-169E30D46ABA}" dt="2024-11-01T19:32:18.798" v="4998" actId="478"/>
          <ac:picMkLst>
            <pc:docMk/>
            <pc:sldMk cId="35078693" sldId="286"/>
            <ac:picMk id="3" creationId="{8B2111BC-F5C1-BE73-BA94-406958443749}"/>
          </ac:picMkLst>
        </pc:picChg>
        <pc:picChg chg="add del">
          <ac:chgData name="Petr Kaška" userId="5faa50ecbc275118" providerId="LiveId" clId="{86D53E1B-F0DF-4A16-838A-169E30D46ABA}" dt="2024-11-01T19:32:28.791" v="5000" actId="22"/>
          <ac:picMkLst>
            <pc:docMk/>
            <pc:sldMk cId="35078693" sldId="286"/>
            <ac:picMk id="4" creationId="{E1FFB3F4-E51C-33B9-85B4-7BDE7A5CF841}"/>
          </ac:picMkLst>
        </pc:picChg>
        <pc:picChg chg="add del mod">
          <ac:chgData name="Petr Kaška" userId="5faa50ecbc275118" providerId="LiveId" clId="{86D53E1B-F0DF-4A16-838A-169E30D46ABA}" dt="2024-11-10T17:25:03.351" v="13967" actId="478"/>
          <ac:picMkLst>
            <pc:docMk/>
            <pc:sldMk cId="35078693" sldId="286"/>
            <ac:picMk id="8" creationId="{DFAE9FAF-6280-B0EA-8AB5-A089ABCCDA7D}"/>
          </ac:picMkLst>
        </pc:picChg>
        <pc:picChg chg="add del">
          <ac:chgData name="Petr Kaška" userId="5faa50ecbc275118" providerId="LiveId" clId="{86D53E1B-F0DF-4A16-838A-169E30D46ABA}" dt="2024-11-01T19:35:31.270" v="5005" actId="478"/>
          <ac:picMkLst>
            <pc:docMk/>
            <pc:sldMk cId="35078693" sldId="286"/>
            <ac:picMk id="10" creationId="{6FED761C-628D-5A07-F521-963E2E3293F4}"/>
          </ac:picMkLst>
        </pc:picChg>
        <pc:picChg chg="add del">
          <ac:chgData name="Petr Kaška" userId="5faa50ecbc275118" providerId="LiveId" clId="{86D53E1B-F0DF-4A16-838A-169E30D46ABA}" dt="2024-11-01T19:38:11.763" v="5007" actId="478"/>
          <ac:picMkLst>
            <pc:docMk/>
            <pc:sldMk cId="35078693" sldId="286"/>
            <ac:picMk id="12" creationId="{97563212-2215-F6D6-3D20-0BEB8BD2FD09}"/>
          </ac:picMkLst>
        </pc:picChg>
        <pc:picChg chg="add del">
          <ac:chgData name="Petr Kaška" userId="5faa50ecbc275118" providerId="LiveId" clId="{86D53E1B-F0DF-4A16-838A-169E30D46ABA}" dt="2024-11-01T19:38:34.230" v="5016" actId="22"/>
          <ac:picMkLst>
            <pc:docMk/>
            <pc:sldMk cId="35078693" sldId="286"/>
            <ac:picMk id="14" creationId="{5C8E0B4F-4790-C7B4-DDDB-60EFCBA7CA7A}"/>
          </ac:picMkLst>
        </pc:picChg>
        <pc:picChg chg="add del mod">
          <ac:chgData name="Petr Kaška" userId="5faa50ecbc275118" providerId="LiveId" clId="{86D53E1B-F0DF-4A16-838A-169E30D46ABA}" dt="2024-11-01T19:47:36.431" v="5359" actId="478"/>
          <ac:picMkLst>
            <pc:docMk/>
            <pc:sldMk cId="35078693" sldId="286"/>
            <ac:picMk id="16" creationId="{8FD8A905-58AC-A321-FF4F-70A1B17B7533}"/>
          </ac:picMkLst>
        </pc:picChg>
        <pc:picChg chg="add del mod">
          <ac:chgData name="Petr Kaška" userId="5faa50ecbc275118" providerId="LiveId" clId="{86D53E1B-F0DF-4A16-838A-169E30D46ABA}" dt="2024-11-10T17:25:04.957" v="13968" actId="478"/>
          <ac:picMkLst>
            <pc:docMk/>
            <pc:sldMk cId="35078693" sldId="286"/>
            <ac:picMk id="18" creationId="{2099D27F-50F8-45D1-FBEC-818E8250DCE2}"/>
          </ac:picMkLst>
        </pc:picChg>
        <pc:picChg chg="add mod">
          <ac:chgData name="Petr Kaška" userId="5faa50ecbc275118" providerId="LiveId" clId="{86D53E1B-F0DF-4A16-838A-169E30D46ABA}" dt="2024-11-01T19:47:43.056" v="5363" actId="1076"/>
          <ac:picMkLst>
            <pc:docMk/>
            <pc:sldMk cId="35078693" sldId="286"/>
            <ac:picMk id="8194" creationId="{F0F67BF1-5CBC-2CA5-1DCB-F624C2D58BB8}"/>
          </ac:picMkLst>
        </pc:picChg>
      </pc:sldChg>
      <pc:sldChg chg="addSp delSp modSp add mod delAnim modAnim modNotesTx">
        <pc:chgData name="Petr Kaška" userId="5faa50ecbc275118" providerId="LiveId" clId="{86D53E1B-F0DF-4A16-838A-169E30D46ABA}" dt="2024-11-10T17:43:48.287" v="14151" actId="478"/>
        <pc:sldMkLst>
          <pc:docMk/>
          <pc:sldMk cId="49669686" sldId="287"/>
        </pc:sldMkLst>
        <pc:spChg chg="mod">
          <ac:chgData name="Petr Kaška" userId="5faa50ecbc275118" providerId="LiveId" clId="{86D53E1B-F0DF-4A16-838A-169E30D46ABA}" dt="2024-11-01T19:39:02.422" v="5026" actId="20577"/>
          <ac:spMkLst>
            <pc:docMk/>
            <pc:sldMk cId="49669686" sldId="287"/>
            <ac:spMk id="9" creationId="{34D6DA7F-1168-000C-9453-06759DD324D1}"/>
          </ac:spMkLst>
        </pc:spChg>
        <pc:spChg chg="add mod">
          <ac:chgData name="Petr Kaška" userId="5faa50ecbc275118" providerId="LiveId" clId="{86D53E1B-F0DF-4A16-838A-169E30D46ABA}" dt="2024-11-10T17:10:31.775" v="12799" actId="164"/>
          <ac:spMkLst>
            <pc:docMk/>
            <pc:sldMk cId="49669686" sldId="287"/>
            <ac:spMk id="15" creationId="{FB7786B7-4F45-597D-8F26-5A85978CE2C0}"/>
          </ac:spMkLst>
        </pc:spChg>
        <pc:spChg chg="add mod">
          <ac:chgData name="Petr Kaška" userId="5faa50ecbc275118" providerId="LiveId" clId="{86D53E1B-F0DF-4A16-838A-169E30D46ABA}" dt="2024-11-10T17:10:31.775" v="12799" actId="164"/>
          <ac:spMkLst>
            <pc:docMk/>
            <pc:sldMk cId="49669686" sldId="287"/>
            <ac:spMk id="16" creationId="{861C42AD-8496-4B70-F689-422A4C6BAED5}"/>
          </ac:spMkLst>
        </pc:spChg>
        <pc:spChg chg="add del mod">
          <ac:chgData name="Petr Kaška" userId="5faa50ecbc275118" providerId="LiveId" clId="{86D53E1B-F0DF-4A16-838A-169E30D46ABA}" dt="2024-11-10T17:09:36.893" v="12792"/>
          <ac:spMkLst>
            <pc:docMk/>
            <pc:sldMk cId="49669686" sldId="287"/>
            <ac:spMk id="17" creationId="{868733EE-0CDA-7383-8F96-066B22EBFC83}"/>
          </ac:spMkLst>
        </pc:spChg>
        <pc:spChg chg="add mod">
          <ac:chgData name="Petr Kaška" userId="5faa50ecbc275118" providerId="LiveId" clId="{86D53E1B-F0DF-4A16-838A-169E30D46ABA}" dt="2024-11-10T17:10:31.775" v="12799" actId="164"/>
          <ac:spMkLst>
            <pc:docMk/>
            <pc:sldMk cId="49669686" sldId="287"/>
            <ac:spMk id="18" creationId="{CFE882C6-984D-D00B-4BD8-DE589FC4319F}"/>
          </ac:spMkLst>
        </pc:spChg>
        <pc:spChg chg="mod">
          <ac:chgData name="Petr Kaška" userId="5faa50ecbc275118" providerId="LiveId" clId="{86D53E1B-F0DF-4A16-838A-169E30D46ABA}" dt="2024-11-10T17:23:49.914" v="13940"/>
          <ac:spMkLst>
            <pc:docMk/>
            <pc:sldMk cId="49669686" sldId="287"/>
            <ac:spMk id="22" creationId="{4F459A8E-FCF1-688D-F205-995E3C78B113}"/>
          </ac:spMkLst>
        </pc:spChg>
        <pc:spChg chg="mod">
          <ac:chgData name="Petr Kaška" userId="5faa50ecbc275118" providerId="LiveId" clId="{86D53E1B-F0DF-4A16-838A-169E30D46ABA}" dt="2024-11-10T17:23:49.914" v="13940"/>
          <ac:spMkLst>
            <pc:docMk/>
            <pc:sldMk cId="49669686" sldId="287"/>
            <ac:spMk id="24" creationId="{86D331BE-12C1-9BC4-9CD3-D2CA5E0BED28}"/>
          </ac:spMkLst>
        </pc:spChg>
        <pc:spChg chg="mod">
          <ac:chgData name="Petr Kaška" userId="5faa50ecbc275118" providerId="LiveId" clId="{86D53E1B-F0DF-4A16-838A-169E30D46ABA}" dt="2024-11-10T17:23:49.914" v="13940"/>
          <ac:spMkLst>
            <pc:docMk/>
            <pc:sldMk cId="49669686" sldId="287"/>
            <ac:spMk id="25" creationId="{61661375-7979-19B7-F155-76CA02A9F69B}"/>
          </ac:spMkLst>
        </pc:spChg>
        <pc:spChg chg="mod">
          <ac:chgData name="Petr Kaška" userId="5faa50ecbc275118" providerId="LiveId" clId="{86D53E1B-F0DF-4A16-838A-169E30D46ABA}" dt="2024-11-10T17:25:26.371" v="13977"/>
          <ac:spMkLst>
            <pc:docMk/>
            <pc:sldMk cId="49669686" sldId="287"/>
            <ac:spMk id="27" creationId="{2573A305-4835-939C-AA3E-696813B25E6F}"/>
          </ac:spMkLst>
        </pc:spChg>
        <pc:spChg chg="mod">
          <ac:chgData name="Petr Kaška" userId="5faa50ecbc275118" providerId="LiveId" clId="{86D53E1B-F0DF-4A16-838A-169E30D46ABA}" dt="2024-11-10T17:25:26.371" v="13977"/>
          <ac:spMkLst>
            <pc:docMk/>
            <pc:sldMk cId="49669686" sldId="287"/>
            <ac:spMk id="28" creationId="{C4C77072-A309-BF3F-C9C9-667D12419FF0}"/>
          </ac:spMkLst>
        </pc:spChg>
        <pc:spChg chg="add mod ord">
          <ac:chgData name="Petr Kaška" userId="5faa50ecbc275118" providerId="LiveId" clId="{86D53E1B-F0DF-4A16-838A-169E30D46ABA}" dt="2024-11-10T17:28:50.813" v="14022" actId="164"/>
          <ac:spMkLst>
            <pc:docMk/>
            <pc:sldMk cId="49669686" sldId="287"/>
            <ac:spMk id="29" creationId="{BE20CD9F-4349-36B3-0443-E7D4EC18B567}"/>
          </ac:spMkLst>
        </pc:spChg>
        <pc:spChg chg="add del">
          <ac:chgData name="Petr Kaška" userId="5faa50ecbc275118" providerId="LiveId" clId="{86D53E1B-F0DF-4A16-838A-169E30D46ABA}" dt="2024-11-10T17:43:48.287" v="14151" actId="478"/>
          <ac:spMkLst>
            <pc:docMk/>
            <pc:sldMk cId="49669686" sldId="287"/>
            <ac:spMk id="35" creationId="{EB2B1132-6877-41B0-B944-61316EB7F86E}"/>
          </ac:spMkLst>
        </pc:spChg>
        <pc:grpChg chg="add mod">
          <ac:chgData name="Petr Kaška" userId="5faa50ecbc275118" providerId="LiveId" clId="{86D53E1B-F0DF-4A16-838A-169E30D46ABA}" dt="2024-11-10T17:10:31.775" v="12799" actId="164"/>
          <ac:grpSpMkLst>
            <pc:docMk/>
            <pc:sldMk cId="49669686" sldId="287"/>
            <ac:grpSpMk id="19" creationId="{F45A1340-3EE5-8989-8EB4-5755D19F8723}"/>
          </ac:grpSpMkLst>
        </pc:grpChg>
        <pc:grpChg chg="add mod ord">
          <ac:chgData name="Petr Kaška" userId="5faa50ecbc275118" providerId="LiveId" clId="{86D53E1B-F0DF-4A16-838A-169E30D46ABA}" dt="2024-11-10T17:34:05.023" v="14045" actId="167"/>
          <ac:grpSpMkLst>
            <pc:docMk/>
            <pc:sldMk cId="49669686" sldId="287"/>
            <ac:grpSpMk id="21" creationId="{3FFF0743-6902-F3CD-0C2A-8C04806E10E8}"/>
          </ac:grpSpMkLst>
        </pc:grpChg>
        <pc:grpChg chg="mod">
          <ac:chgData name="Petr Kaška" userId="5faa50ecbc275118" providerId="LiveId" clId="{86D53E1B-F0DF-4A16-838A-169E30D46ABA}" dt="2024-11-10T17:23:49.914" v="13940"/>
          <ac:grpSpMkLst>
            <pc:docMk/>
            <pc:sldMk cId="49669686" sldId="287"/>
            <ac:grpSpMk id="23" creationId="{14A51E74-D113-C33B-98AD-174DE944A869}"/>
          </ac:grpSpMkLst>
        </pc:grpChg>
        <pc:grpChg chg="add mod ord">
          <ac:chgData name="Petr Kaška" userId="5faa50ecbc275118" providerId="LiveId" clId="{86D53E1B-F0DF-4A16-838A-169E30D46ABA}" dt="2024-11-10T17:28:50.813" v="14022" actId="164"/>
          <ac:grpSpMkLst>
            <pc:docMk/>
            <pc:sldMk cId="49669686" sldId="287"/>
            <ac:grpSpMk id="26" creationId="{CE19A3FE-EF7C-2471-D8FE-B9E0C93B5471}"/>
          </ac:grpSpMkLst>
        </pc:grpChg>
        <pc:grpChg chg="add mod ord">
          <ac:chgData name="Petr Kaška" userId="5faa50ecbc275118" providerId="LiveId" clId="{86D53E1B-F0DF-4A16-838A-169E30D46ABA}" dt="2024-11-10T17:35:14.505" v="14050" actId="167"/>
          <ac:grpSpMkLst>
            <pc:docMk/>
            <pc:sldMk cId="49669686" sldId="287"/>
            <ac:grpSpMk id="30" creationId="{5A261B70-F526-BD81-5F27-30BE89293E68}"/>
          </ac:grpSpMkLst>
        </pc:grpChg>
        <pc:picChg chg="add del mod">
          <ac:chgData name="Petr Kaška" userId="5faa50ecbc275118" providerId="LiveId" clId="{86D53E1B-F0DF-4A16-838A-169E30D46ABA}" dt="2024-11-01T19:39:04.162" v="5027" actId="478"/>
          <ac:picMkLst>
            <pc:docMk/>
            <pc:sldMk cId="49669686" sldId="287"/>
            <ac:picMk id="2" creationId="{BF6D84FC-486F-7B86-E7F0-B7BC5F70A3A0}"/>
          </ac:picMkLst>
        </pc:picChg>
        <pc:picChg chg="add del mod">
          <ac:chgData name="Petr Kaška" userId="5faa50ecbc275118" providerId="LiveId" clId="{86D53E1B-F0DF-4A16-838A-169E30D46ABA}" dt="2024-11-10T17:07:30.213" v="12733" actId="478"/>
          <ac:picMkLst>
            <pc:docMk/>
            <pc:sldMk cId="49669686" sldId="287"/>
            <ac:picMk id="3" creationId="{913C3D36-2955-CA82-5D31-08D7E8D20210}"/>
          </ac:picMkLst>
        </pc:picChg>
        <pc:picChg chg="add del">
          <ac:chgData name="Petr Kaška" userId="5faa50ecbc275118" providerId="LiveId" clId="{86D53E1B-F0DF-4A16-838A-169E30D46ABA}" dt="2024-11-01T19:47:30.153" v="5355" actId="478"/>
          <ac:picMkLst>
            <pc:docMk/>
            <pc:sldMk cId="49669686" sldId="287"/>
            <ac:picMk id="4" creationId="{FE257716-45C2-6A53-B27C-6C78FBFFDE36}"/>
          </ac:picMkLst>
        </pc:picChg>
        <pc:picChg chg="add mod">
          <ac:chgData name="Petr Kaška" userId="5faa50ecbc275118" providerId="LiveId" clId="{86D53E1B-F0DF-4A16-838A-169E30D46ABA}" dt="2024-11-10T17:10:31.775" v="12799" actId="164"/>
          <ac:picMkLst>
            <pc:docMk/>
            <pc:sldMk cId="49669686" sldId="287"/>
            <ac:picMk id="8" creationId="{0821063A-CF92-3045-17AE-57B72B89AA1B}"/>
          </ac:picMkLst>
        </pc:picChg>
        <pc:picChg chg="del">
          <ac:chgData name="Petr Kaška" userId="5faa50ecbc275118" providerId="LiveId" clId="{86D53E1B-F0DF-4A16-838A-169E30D46ABA}" dt="2024-11-01T19:33:01.408" v="5004" actId="478"/>
          <ac:picMkLst>
            <pc:docMk/>
            <pc:sldMk cId="49669686" sldId="287"/>
            <ac:picMk id="10" creationId="{194F9555-C2EB-ADF0-E478-DEBAE4B87624}"/>
          </ac:picMkLst>
        </pc:picChg>
        <pc:picChg chg="add del mod">
          <ac:chgData name="Petr Kaška" userId="5faa50ecbc275118" providerId="LiveId" clId="{86D53E1B-F0DF-4A16-838A-169E30D46ABA}" dt="2024-11-10T17:23:56.237" v="13944" actId="478"/>
          <ac:picMkLst>
            <pc:docMk/>
            <pc:sldMk cId="49669686" sldId="287"/>
            <ac:picMk id="11" creationId="{47C527FD-D9BD-72A3-CD99-26E408F2C506}"/>
          </ac:picMkLst>
        </pc:picChg>
        <pc:picChg chg="add mod">
          <ac:chgData name="Petr Kaška" userId="5faa50ecbc275118" providerId="LiveId" clId="{86D53E1B-F0DF-4A16-838A-169E30D46ABA}" dt="2024-11-10T17:10:31.775" v="12799" actId="164"/>
          <ac:picMkLst>
            <pc:docMk/>
            <pc:sldMk cId="49669686" sldId="287"/>
            <ac:picMk id="12" creationId="{8F23CD0A-9C7F-B6D7-D9FB-5F79625AF1D9}"/>
          </ac:picMkLst>
        </pc:picChg>
        <pc:picChg chg="add mod">
          <ac:chgData name="Petr Kaška" userId="5faa50ecbc275118" providerId="LiveId" clId="{86D53E1B-F0DF-4A16-838A-169E30D46ABA}" dt="2024-11-10T17:10:31.775" v="12799" actId="164"/>
          <ac:picMkLst>
            <pc:docMk/>
            <pc:sldMk cId="49669686" sldId="287"/>
            <ac:picMk id="14" creationId="{2F6C4771-76D4-FDB7-0DCF-60D9EC68A76F}"/>
          </ac:picMkLst>
        </pc:picChg>
        <pc:picChg chg="add del mod">
          <ac:chgData name="Petr Kaška" userId="5faa50ecbc275118" providerId="LiveId" clId="{86D53E1B-F0DF-4A16-838A-169E30D46ABA}" dt="2024-11-10T17:23:55.390" v="13943" actId="478"/>
          <ac:picMkLst>
            <pc:docMk/>
            <pc:sldMk cId="49669686" sldId="287"/>
            <ac:picMk id="20" creationId="{F4561C22-115E-2C9B-D148-65F02F70200A}"/>
          </ac:picMkLst>
        </pc:picChg>
        <pc:picChg chg="add mod">
          <ac:chgData name="Petr Kaška" userId="5faa50ecbc275118" providerId="LiveId" clId="{86D53E1B-F0DF-4A16-838A-169E30D46ABA}" dt="2024-11-10T17:33:27.265" v="14043" actId="1076"/>
          <ac:picMkLst>
            <pc:docMk/>
            <pc:sldMk cId="49669686" sldId="287"/>
            <ac:picMk id="7170" creationId="{7DD52C58-C157-7EB0-DD65-0410E87322B1}"/>
          </ac:picMkLst>
        </pc:picChg>
        <pc:inkChg chg="del mod">
          <ac:chgData name="Petr Kaška" userId="5faa50ecbc275118" providerId="LiveId" clId="{86D53E1B-F0DF-4A16-838A-169E30D46ABA}" dt="2024-11-10T17:43:46.482" v="14150" actId="34122"/>
          <ac:inkMkLst>
            <pc:docMk/>
            <pc:sldMk cId="49669686" sldId="287"/>
            <ac:inkMk id="7" creationId="{62A7385D-1F28-09E8-7193-90AB2B04F582}"/>
          </ac:inkMkLst>
        </pc:inkChg>
      </pc:sldChg>
      <pc:sldChg chg="addSp delSp modSp add del mod modNotesTx">
        <pc:chgData name="Petr Kaška" userId="5faa50ecbc275118" providerId="LiveId" clId="{86D53E1B-F0DF-4A16-838A-169E30D46ABA}" dt="2024-11-01T19:47:14.935" v="5350" actId="47"/>
        <pc:sldMkLst>
          <pc:docMk/>
          <pc:sldMk cId="1922297108" sldId="288"/>
        </pc:sldMkLst>
        <pc:spChg chg="mod">
          <ac:chgData name="Petr Kaška" userId="5faa50ecbc275118" providerId="LiveId" clId="{86D53E1B-F0DF-4A16-838A-169E30D46ABA}" dt="2024-11-01T19:40:58.995" v="5136" actId="20577"/>
          <ac:spMkLst>
            <pc:docMk/>
            <pc:sldMk cId="1922297108" sldId="288"/>
            <ac:spMk id="9" creationId="{BC6075AD-D24B-83AC-B390-265FA4761078}"/>
          </ac:spMkLst>
        </pc:spChg>
        <pc:picChg chg="add">
          <ac:chgData name="Petr Kaška" userId="5faa50ecbc275118" providerId="LiveId" clId="{86D53E1B-F0DF-4A16-838A-169E30D46ABA}" dt="2024-11-01T19:41:22.424" v="5140" actId="22"/>
          <ac:picMkLst>
            <pc:docMk/>
            <pc:sldMk cId="1922297108" sldId="288"/>
            <ac:picMk id="3" creationId="{005A3B8A-94C1-15B6-E939-97F512DD1F42}"/>
          </ac:picMkLst>
        </pc:picChg>
        <pc:picChg chg="del">
          <ac:chgData name="Petr Kaška" userId="5faa50ecbc275118" providerId="LiveId" clId="{86D53E1B-F0DF-4A16-838A-169E30D46ABA}" dt="2024-11-01T19:41:09.583" v="5138" actId="478"/>
          <ac:picMkLst>
            <pc:docMk/>
            <pc:sldMk cId="1922297108" sldId="288"/>
            <ac:picMk id="4" creationId="{E685F7C7-F1D8-4A9E-E127-9FD0E1343B51}"/>
          </ac:picMkLst>
        </pc:picChg>
        <pc:picChg chg="add mod">
          <ac:chgData name="Petr Kaška" userId="5faa50ecbc275118" providerId="LiveId" clId="{86D53E1B-F0DF-4A16-838A-169E30D46ABA}" dt="2024-11-01T19:41:29.763" v="5142" actId="1076"/>
          <ac:picMkLst>
            <pc:docMk/>
            <pc:sldMk cId="1922297108" sldId="288"/>
            <ac:picMk id="10" creationId="{B57B0C1A-9DBE-4353-9EAA-8421C3C7F99D}"/>
          </ac:picMkLst>
        </pc:picChg>
        <pc:picChg chg="del">
          <ac:chgData name="Petr Kaška" userId="5faa50ecbc275118" providerId="LiveId" clId="{86D53E1B-F0DF-4A16-838A-169E30D46ABA}" dt="2024-11-01T19:41:10.684" v="5139" actId="478"/>
          <ac:picMkLst>
            <pc:docMk/>
            <pc:sldMk cId="1922297108" sldId="288"/>
            <ac:picMk id="11" creationId="{8727031D-759A-935C-FFDD-3B66CC50C923}"/>
          </ac:picMkLst>
        </pc:picChg>
      </pc:sldChg>
      <pc:sldChg chg="addSp delSp modSp new mod ord modNotesTx">
        <pc:chgData name="Petr Kaška" userId="5faa50ecbc275118" providerId="LiveId" clId="{86D53E1B-F0DF-4A16-838A-169E30D46ABA}" dt="2024-11-10T17:24:04.630" v="13947" actId="1076"/>
        <pc:sldMkLst>
          <pc:docMk/>
          <pc:sldMk cId="2078042814" sldId="289"/>
        </pc:sldMkLst>
        <pc:spChg chg="del">
          <ac:chgData name="Petr Kaška" userId="5faa50ecbc275118" providerId="LiveId" clId="{86D53E1B-F0DF-4A16-838A-169E30D46ABA}" dt="2024-11-01T19:42:52.464" v="5208" actId="478"/>
          <ac:spMkLst>
            <pc:docMk/>
            <pc:sldMk cId="2078042814" sldId="289"/>
            <ac:spMk id="2" creationId="{C75C462C-7D53-A1FD-63AB-25D8F55E3118}"/>
          </ac:spMkLst>
        </pc:spChg>
        <pc:spChg chg="del">
          <ac:chgData name="Petr Kaška" userId="5faa50ecbc275118" providerId="LiveId" clId="{86D53E1B-F0DF-4A16-838A-169E30D46ABA}" dt="2024-11-01T19:41:43.114" v="5144" actId="478"/>
          <ac:spMkLst>
            <pc:docMk/>
            <pc:sldMk cId="2078042814" sldId="289"/>
            <ac:spMk id="3" creationId="{79C80B0E-D22B-7168-0E37-50AD3E05F177}"/>
          </ac:spMkLst>
        </pc:spChg>
        <pc:spChg chg="mod">
          <ac:chgData name="Petr Kaška" userId="5faa50ecbc275118" providerId="LiveId" clId="{86D53E1B-F0DF-4A16-838A-169E30D46ABA}" dt="2024-11-10T17:24:02.431" v="13946"/>
          <ac:spMkLst>
            <pc:docMk/>
            <pc:sldMk cId="2078042814" sldId="289"/>
            <ac:spMk id="3" creationId="{FB4989E0-6AE8-D44B-09B3-0C1009700828}"/>
          </ac:spMkLst>
        </pc:spChg>
        <pc:spChg chg="mod">
          <ac:chgData name="Petr Kaška" userId="5faa50ecbc275118" providerId="LiveId" clId="{86D53E1B-F0DF-4A16-838A-169E30D46ABA}" dt="2024-11-10T17:24:02.431" v="13946"/>
          <ac:spMkLst>
            <pc:docMk/>
            <pc:sldMk cId="2078042814" sldId="289"/>
            <ac:spMk id="6" creationId="{DAFC1CA2-172B-46C0-E60E-B136444C5C5B}"/>
          </ac:spMkLst>
        </pc:spChg>
        <pc:spChg chg="mod">
          <ac:chgData name="Petr Kaška" userId="5faa50ecbc275118" providerId="LiveId" clId="{86D53E1B-F0DF-4A16-838A-169E30D46ABA}" dt="2024-11-10T17:24:02.431" v="13946"/>
          <ac:spMkLst>
            <pc:docMk/>
            <pc:sldMk cId="2078042814" sldId="289"/>
            <ac:spMk id="7" creationId="{55C31E08-1BE7-CC23-F2FE-5C15A94ABB81}"/>
          </ac:spMkLst>
        </pc:spChg>
        <pc:spChg chg="add mod">
          <ac:chgData name="Petr Kaška" userId="5faa50ecbc275118" providerId="LiveId" clId="{86D53E1B-F0DF-4A16-838A-169E30D46ABA}" dt="2024-11-01T19:42:50.502" v="5207"/>
          <ac:spMkLst>
            <pc:docMk/>
            <pc:sldMk cId="2078042814" sldId="289"/>
            <ac:spMk id="13" creationId="{C8FCA974-A478-B741-4C01-1FF269AE307F}"/>
          </ac:spMkLst>
        </pc:spChg>
        <pc:grpChg chg="add mod">
          <ac:chgData name="Petr Kaška" userId="5faa50ecbc275118" providerId="LiveId" clId="{86D53E1B-F0DF-4A16-838A-169E30D46ABA}" dt="2024-11-10T17:24:04.630" v="13947" actId="1076"/>
          <ac:grpSpMkLst>
            <pc:docMk/>
            <pc:sldMk cId="2078042814" sldId="289"/>
            <ac:grpSpMk id="2" creationId="{D556F209-C9CB-A18A-60AE-C9E20FA34CFA}"/>
          </ac:grpSpMkLst>
        </pc:grpChg>
        <pc:grpChg chg="mod">
          <ac:chgData name="Petr Kaška" userId="5faa50ecbc275118" providerId="LiveId" clId="{86D53E1B-F0DF-4A16-838A-169E30D46ABA}" dt="2024-11-10T17:24:02.431" v="13946"/>
          <ac:grpSpMkLst>
            <pc:docMk/>
            <pc:sldMk cId="2078042814" sldId="289"/>
            <ac:grpSpMk id="5" creationId="{481B0C5D-054B-66E3-EE3E-86A3A9018137}"/>
          </ac:grpSpMkLst>
        </pc:grpChg>
        <pc:picChg chg="add del">
          <ac:chgData name="Petr Kaška" userId="5faa50ecbc275118" providerId="LiveId" clId="{86D53E1B-F0DF-4A16-838A-169E30D46ABA}" dt="2024-11-01T19:41:45.121" v="5146" actId="22"/>
          <ac:picMkLst>
            <pc:docMk/>
            <pc:sldMk cId="2078042814" sldId="289"/>
            <ac:picMk id="6" creationId="{D2A7FD02-2433-0A8E-AE34-8AAFE28E30C4}"/>
          </ac:picMkLst>
        </pc:picChg>
        <pc:picChg chg="add del">
          <ac:chgData name="Petr Kaška" userId="5faa50ecbc275118" providerId="LiveId" clId="{86D53E1B-F0DF-4A16-838A-169E30D46ABA}" dt="2024-11-01T19:42:14.552" v="5148" actId="478"/>
          <ac:picMkLst>
            <pc:docMk/>
            <pc:sldMk cId="2078042814" sldId="289"/>
            <ac:picMk id="8" creationId="{2B23034F-E437-420A-F776-BE3BDF60A18B}"/>
          </ac:picMkLst>
        </pc:picChg>
        <pc:picChg chg="add del">
          <ac:chgData name="Petr Kaška" userId="5faa50ecbc275118" providerId="LiveId" clId="{86D53E1B-F0DF-4A16-838A-169E30D46ABA}" dt="2024-11-01T19:42:43.203" v="5205" actId="478"/>
          <ac:picMkLst>
            <pc:docMk/>
            <pc:sldMk cId="2078042814" sldId="289"/>
            <ac:picMk id="10" creationId="{205D89D5-9997-0BFF-92BF-2B356385249A}"/>
          </ac:picMkLst>
        </pc:picChg>
        <pc:picChg chg="add del mod">
          <ac:chgData name="Petr Kaška" userId="5faa50ecbc275118" providerId="LiveId" clId="{86D53E1B-F0DF-4A16-838A-169E30D46ABA}" dt="2024-11-01T19:42:44.583" v="5206" actId="478"/>
          <ac:picMkLst>
            <pc:docMk/>
            <pc:sldMk cId="2078042814" sldId="289"/>
            <ac:picMk id="12" creationId="{75DC178D-3252-2BDB-79F2-F0AD0B0F9400}"/>
          </ac:picMkLst>
        </pc:picChg>
        <pc:picChg chg="add del mod">
          <ac:chgData name="Petr Kaška" userId="5faa50ecbc275118" providerId="LiveId" clId="{86D53E1B-F0DF-4A16-838A-169E30D46ABA}" dt="2024-11-01T19:47:17.603" v="5351" actId="478"/>
          <ac:picMkLst>
            <pc:docMk/>
            <pc:sldMk cId="2078042814" sldId="289"/>
            <ac:picMk id="15" creationId="{94190D28-9B45-3E9B-2BAE-BAC6FD18C3AF}"/>
          </ac:picMkLst>
        </pc:picChg>
        <pc:picChg chg="add del mod">
          <ac:chgData name="Petr Kaška" userId="5faa50ecbc275118" providerId="LiveId" clId="{86D53E1B-F0DF-4A16-838A-169E30D46ABA}" dt="2024-11-10T17:24:02.133" v="13945" actId="478"/>
          <ac:picMkLst>
            <pc:docMk/>
            <pc:sldMk cId="2078042814" sldId="289"/>
            <ac:picMk id="17" creationId="{B805F788-7F5D-D487-CA73-77A7C988B68A}"/>
          </ac:picMkLst>
        </pc:picChg>
        <pc:picChg chg="add mod">
          <ac:chgData name="Petr Kaška" userId="5faa50ecbc275118" providerId="LiveId" clId="{86D53E1B-F0DF-4A16-838A-169E30D46ABA}" dt="2024-11-01T19:47:22.990" v="5354" actId="1076"/>
          <ac:picMkLst>
            <pc:docMk/>
            <pc:sldMk cId="2078042814" sldId="289"/>
            <ac:picMk id="5122" creationId="{4B15DC18-A34B-CFF5-9B09-B9D802ABF499}"/>
          </ac:picMkLst>
        </pc:picChg>
      </pc:sldChg>
      <pc:sldChg chg="addSp delSp modSp add mod modNotesTx">
        <pc:chgData name="Petr Kaška" userId="5faa50ecbc275118" providerId="LiveId" clId="{86D53E1B-F0DF-4A16-838A-169E30D46ABA}" dt="2024-11-10T17:38:39.803" v="14094" actId="1076"/>
        <pc:sldMkLst>
          <pc:docMk/>
          <pc:sldMk cId="2953183173" sldId="290"/>
        </pc:sldMkLst>
        <pc:spChg chg="mod">
          <ac:chgData name="Petr Kaška" userId="5faa50ecbc275118" providerId="LiveId" clId="{86D53E1B-F0DF-4A16-838A-169E30D46ABA}" dt="2024-11-10T17:38:18.638" v="14088"/>
          <ac:spMkLst>
            <pc:docMk/>
            <pc:sldMk cId="2953183173" sldId="290"/>
            <ac:spMk id="4" creationId="{0B28C795-5A97-018A-6A41-79419CB8ACA7}"/>
          </ac:spMkLst>
        </pc:spChg>
        <pc:spChg chg="mod">
          <ac:chgData name="Petr Kaška" userId="5faa50ecbc275118" providerId="LiveId" clId="{86D53E1B-F0DF-4A16-838A-169E30D46ABA}" dt="2024-11-10T17:38:18.638" v="14088"/>
          <ac:spMkLst>
            <pc:docMk/>
            <pc:sldMk cId="2953183173" sldId="290"/>
            <ac:spMk id="8" creationId="{0D87F059-F50D-3CA0-D85B-14C93BA321D8}"/>
          </ac:spMkLst>
        </pc:spChg>
        <pc:grpChg chg="add mod">
          <ac:chgData name="Petr Kaška" userId="5faa50ecbc275118" providerId="LiveId" clId="{86D53E1B-F0DF-4A16-838A-169E30D46ABA}" dt="2024-11-10T17:38:39.803" v="14094" actId="1076"/>
          <ac:grpSpMkLst>
            <pc:docMk/>
            <pc:sldMk cId="2953183173" sldId="290"/>
            <ac:grpSpMk id="3" creationId="{29EC4507-2B0D-D3F7-3B74-557E09A0763E}"/>
          </ac:grpSpMkLst>
        </pc:grpChg>
        <pc:picChg chg="add del mod">
          <ac:chgData name="Petr Kaška" userId="5faa50ecbc275118" providerId="LiveId" clId="{86D53E1B-F0DF-4A16-838A-169E30D46ABA}" dt="2024-11-10T17:38:37.178" v="14093" actId="478"/>
          <ac:picMkLst>
            <pc:docMk/>
            <pc:sldMk cId="2953183173" sldId="290"/>
            <ac:picMk id="2" creationId="{127E3822-6B64-63E6-0F05-F8E28D9E6A99}"/>
          </ac:picMkLst>
        </pc:picChg>
        <pc:picChg chg="del">
          <ac:chgData name="Petr Kaška" userId="5faa50ecbc275118" providerId="LiveId" clId="{86D53E1B-F0DF-4A16-838A-169E30D46ABA}" dt="2024-11-01T19:47:03.593" v="5346" actId="478"/>
          <ac:picMkLst>
            <pc:docMk/>
            <pc:sldMk cId="2953183173" sldId="290"/>
            <ac:picMk id="3" creationId="{2FC12481-0EF3-B157-0054-2F6DCAC1DD4D}"/>
          </ac:picMkLst>
        </pc:picChg>
        <pc:picChg chg="del">
          <ac:chgData name="Petr Kaška" userId="5faa50ecbc275118" providerId="LiveId" clId="{86D53E1B-F0DF-4A16-838A-169E30D46ABA}" dt="2024-11-10T17:35:33.822" v="14051" actId="478"/>
          <ac:picMkLst>
            <pc:docMk/>
            <pc:sldMk cId="2953183173" sldId="290"/>
            <ac:picMk id="10" creationId="{6E69B7D4-A62C-833D-4467-1DA46D7AFFD6}"/>
          </ac:picMkLst>
        </pc:picChg>
        <pc:picChg chg="add mod">
          <ac:chgData name="Petr Kaška" userId="5faa50ecbc275118" providerId="LiveId" clId="{86D53E1B-F0DF-4A16-838A-169E30D46ABA}" dt="2024-11-01T19:47:07.192" v="5349" actId="1076"/>
          <ac:picMkLst>
            <pc:docMk/>
            <pc:sldMk cId="2953183173" sldId="290"/>
            <ac:picMk id="4098" creationId="{AC3671A8-5979-5542-C6C4-ECA35A133699}"/>
          </ac:picMkLst>
        </pc:picChg>
      </pc:sldChg>
      <pc:sldChg chg="addSp delSp modSp add del mod ord modNotesTx">
        <pc:chgData name="Petr Kaška" userId="5faa50ecbc275118" providerId="LiveId" clId="{86D53E1B-F0DF-4A16-838A-169E30D46ABA}" dt="2024-11-10T17:17:27.397" v="13759" actId="47"/>
        <pc:sldMkLst>
          <pc:docMk/>
          <pc:sldMk cId="2201125038" sldId="291"/>
        </pc:sldMkLst>
        <pc:spChg chg="add mod">
          <ac:chgData name="Petr Kaška" userId="5faa50ecbc275118" providerId="LiveId" clId="{86D53E1B-F0DF-4A16-838A-169E30D46ABA}" dt="2024-11-01T19:50:57.798" v="5375" actId="20577"/>
          <ac:spMkLst>
            <pc:docMk/>
            <pc:sldMk cId="2201125038" sldId="291"/>
            <ac:spMk id="2" creationId="{741F42AD-501D-5CBC-A7BC-400CA909A397}"/>
          </ac:spMkLst>
        </pc:spChg>
        <pc:spChg chg="add del">
          <ac:chgData name="Petr Kaška" userId="5faa50ecbc275118" providerId="LiveId" clId="{86D53E1B-F0DF-4A16-838A-169E30D46ABA}" dt="2024-11-01T19:48:12.346" v="5365" actId="478"/>
          <ac:spMkLst>
            <pc:docMk/>
            <pc:sldMk cId="2201125038" sldId="291"/>
            <ac:spMk id="8" creationId="{A19E23DD-831D-1B66-F7D3-CD5CEF45052F}"/>
          </ac:spMkLst>
        </pc:spChg>
        <pc:spChg chg="del mod">
          <ac:chgData name="Petr Kaška" userId="5faa50ecbc275118" providerId="LiveId" clId="{86D53E1B-F0DF-4A16-838A-169E30D46ABA}" dt="2024-11-01T19:46:27.626" v="5338" actId="478"/>
          <ac:spMkLst>
            <pc:docMk/>
            <pc:sldMk cId="2201125038" sldId="291"/>
            <ac:spMk id="9" creationId="{C92A9EC8-69E1-514A-6E9F-A82C68EF7FEF}"/>
          </ac:spMkLst>
        </pc:spChg>
        <pc:picChg chg="del">
          <ac:chgData name="Petr Kaška" userId="5faa50ecbc275118" providerId="LiveId" clId="{86D53E1B-F0DF-4A16-838A-169E30D46ABA}" dt="2024-11-01T19:46:27.626" v="5338" actId="478"/>
          <ac:picMkLst>
            <pc:docMk/>
            <pc:sldMk cId="2201125038" sldId="291"/>
            <ac:picMk id="3" creationId="{E9F1D7D5-FCE8-1B04-0368-64A3B9759F09}"/>
          </ac:picMkLst>
        </pc:picChg>
        <pc:picChg chg="del">
          <ac:chgData name="Petr Kaška" userId="5faa50ecbc275118" providerId="LiveId" clId="{86D53E1B-F0DF-4A16-838A-169E30D46ABA}" dt="2024-11-01T19:46:28.337" v="5339" actId="478"/>
          <ac:picMkLst>
            <pc:docMk/>
            <pc:sldMk cId="2201125038" sldId="291"/>
            <ac:picMk id="10" creationId="{D9143E10-806E-C3C3-D75C-A060A83C5502}"/>
          </ac:picMkLst>
        </pc:picChg>
        <pc:picChg chg="add del mod">
          <ac:chgData name="Petr Kaška" userId="5faa50ecbc275118" providerId="LiveId" clId="{86D53E1B-F0DF-4A16-838A-169E30D46ABA}" dt="2024-11-10T17:15:20.469" v="13406" actId="21"/>
          <ac:picMkLst>
            <pc:docMk/>
            <pc:sldMk cId="2201125038" sldId="291"/>
            <ac:picMk id="3074" creationId="{325BBD2C-3337-787B-F70E-DBC26810C35F}"/>
          </ac:picMkLst>
        </pc:picChg>
      </pc:sldChg>
      <pc:sldChg chg="addSp delSp modSp add mod delAnim modAnim modNotesTx">
        <pc:chgData name="Petr Kaška" userId="5faa50ecbc275118" providerId="LiveId" clId="{86D53E1B-F0DF-4A16-838A-169E30D46ABA}" dt="2024-11-10T17:37:14.179" v="14070" actId="478"/>
        <pc:sldMkLst>
          <pc:docMk/>
          <pc:sldMk cId="1474353520" sldId="292"/>
        </pc:sldMkLst>
        <pc:spChg chg="add mod">
          <ac:chgData name="Petr Kaška" userId="5faa50ecbc275118" providerId="LiveId" clId="{86D53E1B-F0DF-4A16-838A-169E30D46ABA}" dt="2024-11-01T19:51:02.315" v="5378" actId="20577"/>
          <ac:spMkLst>
            <pc:docMk/>
            <pc:sldMk cId="1474353520" sldId="292"/>
            <ac:spMk id="2" creationId="{9EEECA1A-1175-6DCC-1A4A-A69B04D5DA45}"/>
          </ac:spMkLst>
        </pc:spChg>
        <pc:spChg chg="mod">
          <ac:chgData name="Petr Kaška" userId="5faa50ecbc275118" providerId="LiveId" clId="{86D53E1B-F0DF-4A16-838A-169E30D46ABA}" dt="2024-11-10T17:35:45.998" v="14054"/>
          <ac:spMkLst>
            <pc:docMk/>
            <pc:sldMk cId="1474353520" sldId="292"/>
            <ac:spMk id="8" creationId="{2208561C-07C0-3768-6128-944EB25AC655}"/>
          </ac:spMkLst>
        </pc:spChg>
        <pc:spChg chg="mod">
          <ac:chgData name="Petr Kaška" userId="5faa50ecbc275118" providerId="LiveId" clId="{86D53E1B-F0DF-4A16-838A-169E30D46ABA}" dt="2024-11-10T17:35:45.998" v="14054"/>
          <ac:spMkLst>
            <pc:docMk/>
            <pc:sldMk cId="1474353520" sldId="292"/>
            <ac:spMk id="10" creationId="{6456CE45-9E05-8C1E-FA98-2B9C6FADF183}"/>
          </ac:spMkLst>
        </pc:spChg>
        <pc:spChg chg="mod">
          <ac:chgData name="Petr Kaška" userId="5faa50ecbc275118" providerId="LiveId" clId="{86D53E1B-F0DF-4A16-838A-169E30D46ABA}" dt="2024-11-10T17:35:45.998" v="14054"/>
          <ac:spMkLst>
            <pc:docMk/>
            <pc:sldMk cId="1474353520" sldId="292"/>
            <ac:spMk id="11" creationId="{EBDF2F96-1318-E521-E76D-EE9BB004E80A}"/>
          </ac:spMkLst>
        </pc:spChg>
        <pc:grpChg chg="add mod ord">
          <ac:chgData name="Petr Kaška" userId="5faa50ecbc275118" providerId="LiveId" clId="{86D53E1B-F0DF-4A16-838A-169E30D46ABA}" dt="2024-11-10T17:36:17.491" v="14062" actId="1076"/>
          <ac:grpSpMkLst>
            <pc:docMk/>
            <pc:sldMk cId="1474353520" sldId="292"/>
            <ac:grpSpMk id="4" creationId="{3843EFE9-13B9-B1C7-719B-2804535E1B62}"/>
          </ac:grpSpMkLst>
        </pc:grpChg>
        <pc:grpChg chg="mod">
          <ac:chgData name="Petr Kaška" userId="5faa50ecbc275118" providerId="LiveId" clId="{86D53E1B-F0DF-4A16-838A-169E30D46ABA}" dt="2024-11-10T17:35:45.998" v="14054"/>
          <ac:grpSpMkLst>
            <pc:docMk/>
            <pc:sldMk cId="1474353520" sldId="292"/>
            <ac:grpSpMk id="9" creationId="{CB06D5B5-A43E-AB36-FE3F-AB0A4A1A385B}"/>
          </ac:grpSpMkLst>
        </pc:grpChg>
        <pc:picChg chg="add del mod">
          <ac:chgData name="Petr Kaška" userId="5faa50ecbc275118" providerId="LiveId" clId="{86D53E1B-F0DF-4A16-838A-169E30D46ABA}" dt="2024-11-10T17:37:14.179" v="14070" actId="478"/>
          <ac:picMkLst>
            <pc:docMk/>
            <pc:sldMk cId="1474353520" sldId="292"/>
            <ac:picMk id="3" creationId="{E5A01E29-6EE5-952B-60F1-84867D461A10}"/>
          </ac:picMkLst>
        </pc:picChg>
        <pc:picChg chg="del">
          <ac:chgData name="Petr Kaška" userId="5faa50ecbc275118" providerId="LiveId" clId="{86D53E1B-F0DF-4A16-838A-169E30D46ABA}" dt="2024-11-01T19:48:19.048" v="5366" actId="478"/>
          <ac:picMkLst>
            <pc:docMk/>
            <pc:sldMk cId="1474353520" sldId="292"/>
            <ac:picMk id="3074" creationId="{00812C80-D915-E6FF-0126-8E64348DDFA8}"/>
          </ac:picMkLst>
        </pc:picChg>
        <pc:picChg chg="add mod">
          <ac:chgData name="Petr Kaška" userId="5faa50ecbc275118" providerId="LiveId" clId="{86D53E1B-F0DF-4A16-838A-169E30D46ABA}" dt="2024-11-10T17:35:58.099" v="14057" actId="14100"/>
          <ac:picMkLst>
            <pc:docMk/>
            <pc:sldMk cId="1474353520" sldId="292"/>
            <ac:picMk id="3074" creationId="{325BBD2C-3337-787B-F70E-DBC26810C35F}"/>
          </ac:picMkLst>
        </pc:picChg>
        <pc:picChg chg="add mod">
          <ac:chgData name="Petr Kaška" userId="5faa50ecbc275118" providerId="LiveId" clId="{86D53E1B-F0DF-4A16-838A-169E30D46ABA}" dt="2024-11-01T19:48:41.394" v="5370" actId="1076"/>
          <ac:picMkLst>
            <pc:docMk/>
            <pc:sldMk cId="1474353520" sldId="292"/>
            <ac:picMk id="23554" creationId="{516E3BD6-16A8-F2AB-7DF9-5BD07F0F2D29}"/>
          </ac:picMkLst>
        </pc:picChg>
      </pc:sldChg>
      <pc:sldChg chg="addSp delSp modSp add mod ord delAnim">
        <pc:chgData name="Petr Kaška" userId="5faa50ecbc275118" providerId="LiveId" clId="{86D53E1B-F0DF-4A16-838A-169E30D46ABA}" dt="2024-11-10T17:40:14.609" v="14111" actId="1076"/>
        <pc:sldMkLst>
          <pc:docMk/>
          <pc:sldMk cId="3411907915" sldId="293"/>
        </pc:sldMkLst>
        <pc:spChg chg="mod">
          <ac:chgData name="Petr Kaška" userId="5faa50ecbc275118" providerId="LiveId" clId="{86D53E1B-F0DF-4A16-838A-169E30D46ABA}" dt="2024-11-10T17:40:12.390" v="14110"/>
          <ac:spMkLst>
            <pc:docMk/>
            <pc:sldMk cId="3411907915" sldId="293"/>
            <ac:spMk id="12" creationId="{3430526D-4094-F24F-2AC5-03573D832049}"/>
          </ac:spMkLst>
        </pc:spChg>
        <pc:spChg chg="mod">
          <ac:chgData name="Petr Kaška" userId="5faa50ecbc275118" providerId="LiveId" clId="{86D53E1B-F0DF-4A16-838A-169E30D46ABA}" dt="2024-11-10T17:40:12.390" v="14110"/>
          <ac:spMkLst>
            <pc:docMk/>
            <pc:sldMk cId="3411907915" sldId="293"/>
            <ac:spMk id="14" creationId="{6E535169-C1E1-FECA-8984-2E81CFC28524}"/>
          </ac:spMkLst>
        </pc:spChg>
        <pc:spChg chg="mod">
          <ac:chgData name="Petr Kaška" userId="5faa50ecbc275118" providerId="LiveId" clId="{86D53E1B-F0DF-4A16-838A-169E30D46ABA}" dt="2024-11-10T17:40:12.390" v="14110"/>
          <ac:spMkLst>
            <pc:docMk/>
            <pc:sldMk cId="3411907915" sldId="293"/>
            <ac:spMk id="15" creationId="{169701F0-3374-05F0-4B04-9BA7522B9D8F}"/>
          </ac:spMkLst>
        </pc:spChg>
        <pc:grpChg chg="add mod">
          <ac:chgData name="Petr Kaška" userId="5faa50ecbc275118" providerId="LiveId" clId="{86D53E1B-F0DF-4A16-838A-169E30D46ABA}" dt="2024-11-10T17:40:14.609" v="14111" actId="1076"/>
          <ac:grpSpMkLst>
            <pc:docMk/>
            <pc:sldMk cId="3411907915" sldId="293"/>
            <ac:grpSpMk id="11" creationId="{506DD647-086F-5C61-6E76-7639F49789C5}"/>
          </ac:grpSpMkLst>
        </pc:grpChg>
        <pc:grpChg chg="mod">
          <ac:chgData name="Petr Kaška" userId="5faa50ecbc275118" providerId="LiveId" clId="{86D53E1B-F0DF-4A16-838A-169E30D46ABA}" dt="2024-11-10T17:40:12.390" v="14110"/>
          <ac:grpSpMkLst>
            <pc:docMk/>
            <pc:sldMk cId="3411907915" sldId="293"/>
            <ac:grpSpMk id="13" creationId="{BD7BDEE8-A635-0563-0966-5985DB3E9B40}"/>
          </ac:grpSpMkLst>
        </pc:grpChg>
        <pc:picChg chg="add del mod">
          <ac:chgData name="Petr Kaška" userId="5faa50ecbc275118" providerId="LiveId" clId="{86D53E1B-F0DF-4A16-838A-169E30D46ABA}" dt="2024-11-10T17:40:01.128" v="14103" actId="21"/>
          <ac:picMkLst>
            <pc:docMk/>
            <pc:sldMk cId="3411907915" sldId="293"/>
            <ac:picMk id="2" creationId="{3040DABF-B9D8-DEF7-09FB-F73640CED68A}"/>
          </ac:picMkLst>
        </pc:picChg>
        <pc:picChg chg="del">
          <ac:chgData name="Petr Kaška" userId="5faa50ecbc275118" providerId="LiveId" clId="{86D53E1B-F0DF-4A16-838A-169E30D46ABA}" dt="2024-11-10T17:40:07.333" v="14107" actId="478"/>
          <ac:picMkLst>
            <pc:docMk/>
            <pc:sldMk cId="3411907915" sldId="293"/>
            <ac:picMk id="3" creationId="{FB22BED8-9B6E-86FF-F02C-EAD4142EE1AE}"/>
          </ac:picMkLst>
        </pc:picChg>
        <pc:picChg chg="add del mod">
          <ac:chgData name="Petr Kaška" userId="5faa50ecbc275118" providerId="LiveId" clId="{86D53E1B-F0DF-4A16-838A-169E30D46ABA}" dt="2024-11-10T17:40:06.486" v="14106" actId="21"/>
          <ac:picMkLst>
            <pc:docMk/>
            <pc:sldMk cId="3411907915" sldId="293"/>
            <ac:picMk id="6" creationId="{3040DABF-B9D8-DEF7-09FB-F73640CED68A}"/>
          </ac:picMkLst>
        </pc:picChg>
        <pc:picChg chg="add mod">
          <ac:chgData name="Petr Kaška" userId="5faa50ecbc275118" providerId="LiveId" clId="{86D53E1B-F0DF-4A16-838A-169E30D46ABA}" dt="2024-11-10T17:40:07.789" v="14108"/>
          <ac:picMkLst>
            <pc:docMk/>
            <pc:sldMk cId="3411907915" sldId="293"/>
            <ac:picMk id="10" creationId="{3040DABF-B9D8-DEF7-09FB-F73640CED68A}"/>
          </ac:picMkLst>
        </pc:picChg>
        <pc:picChg chg="del">
          <ac:chgData name="Petr Kaška" userId="5faa50ecbc275118" providerId="LiveId" clId="{86D53E1B-F0DF-4A16-838A-169E30D46ABA}" dt="2024-11-10T17:40:02.887" v="14104" actId="478"/>
          <ac:picMkLst>
            <pc:docMk/>
            <pc:sldMk cId="3411907915" sldId="293"/>
            <ac:picMk id="2050" creationId="{2188C810-EBA0-C2A7-6510-23056BAFEAB2}"/>
          </ac:picMkLst>
        </pc:picChg>
      </pc:sldChg>
      <pc:sldChg chg="addSp delSp modSp add mod ord">
        <pc:chgData name="Petr Kaška" userId="5faa50ecbc275118" providerId="LiveId" clId="{86D53E1B-F0DF-4A16-838A-169E30D46ABA}" dt="2024-11-10T17:41:55.980" v="14129" actId="1076"/>
        <pc:sldMkLst>
          <pc:docMk/>
          <pc:sldMk cId="347497724" sldId="294"/>
        </pc:sldMkLst>
        <pc:spChg chg="mod">
          <ac:chgData name="Petr Kaška" userId="5faa50ecbc275118" providerId="LiveId" clId="{86D53E1B-F0DF-4A16-838A-169E30D46ABA}" dt="2024-11-10T17:41:53.918" v="14128"/>
          <ac:spMkLst>
            <pc:docMk/>
            <pc:sldMk cId="347497724" sldId="294"/>
            <ac:spMk id="11" creationId="{9C416EB0-57B9-959C-E1F6-A43BEB798A10}"/>
          </ac:spMkLst>
        </pc:spChg>
        <pc:spChg chg="mod">
          <ac:chgData name="Petr Kaška" userId="5faa50ecbc275118" providerId="LiveId" clId="{86D53E1B-F0DF-4A16-838A-169E30D46ABA}" dt="2024-11-10T17:41:53.918" v="14128"/>
          <ac:spMkLst>
            <pc:docMk/>
            <pc:sldMk cId="347497724" sldId="294"/>
            <ac:spMk id="13" creationId="{D351BF08-D6A3-E64E-A2F5-C31E2892D0F2}"/>
          </ac:spMkLst>
        </pc:spChg>
        <pc:spChg chg="mod">
          <ac:chgData name="Petr Kaška" userId="5faa50ecbc275118" providerId="LiveId" clId="{86D53E1B-F0DF-4A16-838A-169E30D46ABA}" dt="2024-11-10T17:41:53.918" v="14128"/>
          <ac:spMkLst>
            <pc:docMk/>
            <pc:sldMk cId="347497724" sldId="294"/>
            <ac:spMk id="14" creationId="{82ABA263-72EC-BED2-04A5-3B80E80D0F3B}"/>
          </ac:spMkLst>
        </pc:spChg>
        <pc:grpChg chg="add mod">
          <ac:chgData name="Petr Kaška" userId="5faa50ecbc275118" providerId="LiveId" clId="{86D53E1B-F0DF-4A16-838A-169E30D46ABA}" dt="2024-11-10T17:41:55.980" v="14129" actId="1076"/>
          <ac:grpSpMkLst>
            <pc:docMk/>
            <pc:sldMk cId="347497724" sldId="294"/>
            <ac:grpSpMk id="10" creationId="{D4E72D06-94A9-2840-F104-3C3650BF5B1E}"/>
          </ac:grpSpMkLst>
        </pc:grpChg>
        <pc:grpChg chg="mod">
          <ac:chgData name="Petr Kaška" userId="5faa50ecbc275118" providerId="LiveId" clId="{86D53E1B-F0DF-4A16-838A-169E30D46ABA}" dt="2024-11-10T17:41:53.918" v="14128"/>
          <ac:grpSpMkLst>
            <pc:docMk/>
            <pc:sldMk cId="347497724" sldId="294"/>
            <ac:grpSpMk id="12" creationId="{54BBF0F3-B7A9-AAE6-64F2-C56DD16A0CF8}"/>
          </ac:grpSpMkLst>
        </pc:grpChg>
        <pc:picChg chg="del">
          <ac:chgData name="Petr Kaška" userId="5faa50ecbc275118" providerId="LiveId" clId="{86D53E1B-F0DF-4A16-838A-169E30D46ABA}" dt="2024-11-10T17:41:19.989" v="14123" actId="478"/>
          <ac:picMkLst>
            <pc:docMk/>
            <pc:sldMk cId="347497724" sldId="294"/>
            <ac:picMk id="3" creationId="{FB69F4EC-FADF-DE70-437F-AB7B03D382DF}"/>
          </ac:picMkLst>
        </pc:picChg>
        <pc:picChg chg="add del mod">
          <ac:chgData name="Petr Kaška" userId="5faa50ecbc275118" providerId="LiveId" clId="{86D53E1B-F0DF-4A16-838A-169E30D46ABA}" dt="2024-11-10T17:41:18.242" v="14122" actId="21"/>
          <ac:picMkLst>
            <pc:docMk/>
            <pc:sldMk cId="347497724" sldId="294"/>
            <ac:picMk id="4" creationId="{FCD8FE9E-EA06-EB12-E28C-8170E85BC0E8}"/>
          </ac:picMkLst>
        </pc:picChg>
        <pc:picChg chg="add mod">
          <ac:chgData name="Petr Kaška" userId="5faa50ecbc275118" providerId="LiveId" clId="{86D53E1B-F0DF-4A16-838A-169E30D46ABA}" dt="2024-11-10T17:41:20.430" v="14124"/>
          <ac:picMkLst>
            <pc:docMk/>
            <pc:sldMk cId="347497724" sldId="294"/>
            <ac:picMk id="8" creationId="{FCD8FE9E-EA06-EB12-E28C-8170E85BC0E8}"/>
          </ac:picMkLst>
        </pc:picChg>
      </pc:sldChg>
      <pc:sldChg chg="add">
        <pc:chgData name="Petr Kaška" userId="5faa50ecbc275118" providerId="LiveId" clId="{86D53E1B-F0DF-4A16-838A-169E30D46ABA}" dt="2024-11-10T17:42:09.094" v="14130"/>
        <pc:sldMkLst>
          <pc:docMk/>
          <pc:sldMk cId="3127750456" sldId="295"/>
        </pc:sldMkLst>
      </pc:sldChg>
    </pc:docChg>
  </pc:docChgLst>
  <pc:docChgLst>
    <pc:chgData name="Herout Adam (11830)" userId="815bc6ef-7eb1-4b24-af05-9d3eb0f8cab2" providerId="ADAL" clId="{43F9834E-A228-4629-B877-72059E7F6B8B}"/>
    <pc:docChg chg="custSel addSld modSld">
      <pc:chgData name="Herout Adam (11830)" userId="815bc6ef-7eb1-4b24-af05-9d3eb0f8cab2" providerId="ADAL" clId="{43F9834E-A228-4629-B877-72059E7F6B8B}" dt="2024-07-30T10:17:50.577" v="1066" actId="14861"/>
      <pc:docMkLst>
        <pc:docMk/>
      </pc:docMkLst>
      <pc:sldChg chg="addSp delSp modSp mod">
        <pc:chgData name="Herout Adam (11830)" userId="815bc6ef-7eb1-4b24-af05-9d3eb0f8cab2" providerId="ADAL" clId="{43F9834E-A228-4629-B877-72059E7F6B8B}" dt="2024-07-30T08:19:52.064" v="9" actId="14100"/>
        <pc:sldMkLst>
          <pc:docMk/>
          <pc:sldMk cId="0" sldId="256"/>
        </pc:sldMkLst>
        <pc:picChg chg="add mod">
          <ac:chgData name="Herout Adam (11830)" userId="815bc6ef-7eb1-4b24-af05-9d3eb0f8cab2" providerId="ADAL" clId="{43F9834E-A228-4629-B877-72059E7F6B8B}" dt="2024-07-30T08:19:52.064" v="9" actId="14100"/>
          <ac:picMkLst>
            <pc:docMk/>
            <pc:sldMk cId="0" sldId="256"/>
            <ac:picMk id="3" creationId="{905DA4BF-B2F4-4E8D-8591-A5481A0F2761}"/>
          </ac:picMkLst>
        </pc:picChg>
        <pc:picChg chg="del">
          <ac:chgData name="Herout Adam (11830)" userId="815bc6ef-7eb1-4b24-af05-9d3eb0f8cab2" providerId="ADAL" clId="{43F9834E-A228-4629-B877-72059E7F6B8B}" dt="2024-07-30T08:19:31.453" v="4" actId="478"/>
          <ac:picMkLst>
            <pc:docMk/>
            <pc:sldMk cId="0" sldId="256"/>
            <ac:picMk id="4" creationId="{8A51B647-C819-42B4-8E1B-2F913C5772E0}"/>
          </ac:picMkLst>
        </pc:picChg>
      </pc:sldChg>
      <pc:sldChg chg="modSp mod">
        <pc:chgData name="Herout Adam (11830)" userId="815bc6ef-7eb1-4b24-af05-9d3eb0f8cab2" providerId="ADAL" clId="{43F9834E-A228-4629-B877-72059E7F6B8B}" dt="2024-07-30T08:20:26.704" v="22" actId="6549"/>
        <pc:sldMkLst>
          <pc:docMk/>
          <pc:sldMk cId="4014949167" sldId="258"/>
        </pc:sldMkLst>
        <pc:spChg chg="mod">
          <ac:chgData name="Herout Adam (11830)" userId="815bc6ef-7eb1-4b24-af05-9d3eb0f8cab2" providerId="ADAL" clId="{43F9834E-A228-4629-B877-72059E7F6B8B}" dt="2024-07-30T08:20:26.704" v="22" actId="6549"/>
          <ac:spMkLst>
            <pc:docMk/>
            <pc:sldMk cId="4014949167" sldId="258"/>
            <ac:spMk id="2" creationId="{00000000-0000-0000-0000-000000000000}"/>
          </ac:spMkLst>
        </pc:spChg>
      </pc:sldChg>
      <pc:sldChg chg="addSp delSp modSp new mod modClrScheme chgLayout modNotesTx">
        <pc:chgData name="Herout Adam (11830)" userId="815bc6ef-7eb1-4b24-af05-9d3eb0f8cab2" providerId="ADAL" clId="{43F9834E-A228-4629-B877-72059E7F6B8B}" dt="2024-07-30T10:17:50.577" v="1066" actId="14861"/>
        <pc:sldMkLst>
          <pc:docMk/>
          <pc:sldMk cId="1736365200" sldId="259"/>
        </pc:sldMkLst>
        <pc:spChg chg="mod ord">
          <ac:chgData name="Herout Adam (11830)" userId="815bc6ef-7eb1-4b24-af05-9d3eb0f8cab2" providerId="ADAL" clId="{43F9834E-A228-4629-B877-72059E7F6B8B}" dt="2024-07-30T08:20:36.031" v="36" actId="700"/>
          <ac:spMkLst>
            <pc:docMk/>
            <pc:sldMk cId="1736365200" sldId="259"/>
            <ac:spMk id="2" creationId="{1952439E-5B2D-46FC-8227-C3523577CC4B}"/>
          </ac:spMkLst>
        </pc:spChg>
        <pc:spChg chg="del">
          <ac:chgData name="Herout Adam (11830)" userId="815bc6ef-7eb1-4b24-af05-9d3eb0f8cab2" providerId="ADAL" clId="{43F9834E-A228-4629-B877-72059E7F6B8B}" dt="2024-07-30T08:20:36.031" v="36" actId="700"/>
          <ac:spMkLst>
            <pc:docMk/>
            <pc:sldMk cId="1736365200" sldId="259"/>
            <ac:spMk id="3" creationId="{B3A6493E-9467-406C-B64C-EC606750AE56}"/>
          </ac:spMkLst>
        </pc:spChg>
        <pc:spChg chg="mod ord">
          <ac:chgData name="Herout Adam (11830)" userId="815bc6ef-7eb1-4b24-af05-9d3eb0f8cab2" providerId="ADAL" clId="{43F9834E-A228-4629-B877-72059E7F6B8B}" dt="2024-07-30T08:20:36.031" v="36" actId="700"/>
          <ac:spMkLst>
            <pc:docMk/>
            <pc:sldMk cId="1736365200" sldId="259"/>
            <ac:spMk id="4" creationId="{33F01423-5513-43FF-8573-657420426222}"/>
          </ac:spMkLst>
        </pc:spChg>
        <pc:spChg chg="add mod">
          <ac:chgData name="Herout Adam (11830)" userId="815bc6ef-7eb1-4b24-af05-9d3eb0f8cab2" providerId="ADAL" clId="{43F9834E-A228-4629-B877-72059E7F6B8B}" dt="2024-07-30T08:26:31.187" v="558" actId="403"/>
          <ac:spMkLst>
            <pc:docMk/>
            <pc:sldMk cId="1736365200" sldId="259"/>
            <ac:spMk id="7" creationId="{E7781604-9D2A-41FB-8868-ADCA901CDE31}"/>
          </ac:spMkLst>
        </pc:spChg>
        <pc:spChg chg="add mod">
          <ac:chgData name="Herout Adam (11830)" userId="815bc6ef-7eb1-4b24-af05-9d3eb0f8cab2" providerId="ADAL" clId="{43F9834E-A228-4629-B877-72059E7F6B8B}" dt="2024-07-30T10:17:50.577" v="1066" actId="14861"/>
          <ac:spMkLst>
            <pc:docMk/>
            <pc:sldMk cId="1736365200" sldId="259"/>
            <ac:spMk id="8" creationId="{EF915A36-D7ED-4D28-BB53-CC1175BD73ED}"/>
          </ac:spMkLst>
        </pc:spChg>
        <pc:spChg chg="add del mod">
          <ac:chgData name="Herout Adam (11830)" userId="815bc6ef-7eb1-4b24-af05-9d3eb0f8cab2" providerId="ADAL" clId="{43F9834E-A228-4629-B877-72059E7F6B8B}" dt="2024-07-30T08:26:03.602" v="541" actId="478"/>
          <ac:spMkLst>
            <pc:docMk/>
            <pc:sldMk cId="1736365200" sldId="259"/>
            <ac:spMk id="9" creationId="{04C77AC1-5953-4324-8EC6-EF2184EA087B}"/>
          </ac:spMkLst>
        </pc:spChg>
        <pc:picChg chg="add mod">
          <ac:chgData name="Herout Adam (11830)" userId="815bc6ef-7eb1-4b24-af05-9d3eb0f8cab2" providerId="ADAL" clId="{43F9834E-A228-4629-B877-72059E7F6B8B}" dt="2024-07-30T08:21:21.439" v="43" actId="1076"/>
          <ac:picMkLst>
            <pc:docMk/>
            <pc:sldMk cId="1736365200" sldId="259"/>
            <ac:picMk id="6" creationId="{45DF29E6-0BA7-4721-8580-7EB0C31851C5}"/>
          </ac:picMkLst>
        </pc:picChg>
      </pc:sldChg>
    </pc:docChg>
  </pc:docChgLst>
  <pc:docChgLst>
    <pc:chgData name="Herout Adam (11830)" userId="815bc6ef-7eb1-4b24-af05-9d3eb0f8cab2" providerId="ADAL" clId="{AB7D052C-23A5-4215-BE12-D9C337B1F5B7}"/>
    <pc:docChg chg="undo custSel modSld">
      <pc:chgData name="Herout Adam (11830)" userId="815bc6ef-7eb1-4b24-af05-9d3eb0f8cab2" providerId="ADAL" clId="{AB7D052C-23A5-4215-BE12-D9C337B1F5B7}" dt="2024-09-24T08:05:43.543" v="3" actId="20577"/>
      <pc:docMkLst>
        <pc:docMk/>
      </pc:docMkLst>
      <pc:sldChg chg="modNotesTx">
        <pc:chgData name="Herout Adam (11830)" userId="815bc6ef-7eb1-4b24-af05-9d3eb0f8cab2" providerId="ADAL" clId="{AB7D052C-23A5-4215-BE12-D9C337B1F5B7}" dt="2024-09-24T08:05:43.543" v="3" actId="20577"/>
        <pc:sldMkLst>
          <pc:docMk/>
          <pc:sldMk cId="1736365200" sldId="25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spcBef>
                <a:spcPct val="0"/>
              </a:spcBef>
              <a:buFontTx/>
              <a:buNone/>
              <a:defRPr sz="1200" b="0">
                <a:solidFill>
                  <a:schemeClr val="tx1"/>
                </a:solidFill>
                <a:latin typeface="Century Gothic" pitchFamily="34" charset="0"/>
              </a:defRPr>
            </a:lvl1pPr>
          </a:lstStyle>
          <a:p>
            <a:pPr>
              <a:defRPr/>
            </a:pPr>
            <a:endParaRPr lang="cs-CZ"/>
          </a:p>
        </p:txBody>
      </p:sp>
      <p:sp>
        <p:nvSpPr>
          <p:cNvPr id="163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FontTx/>
              <a:buNone/>
              <a:defRPr sz="1200" b="0">
                <a:solidFill>
                  <a:schemeClr val="tx1"/>
                </a:solidFill>
                <a:latin typeface="Century Gothic" pitchFamily="34" charset="0"/>
              </a:defRPr>
            </a:lvl1pPr>
          </a:lstStyle>
          <a:p>
            <a:pPr>
              <a:defRPr/>
            </a:pPr>
            <a:endParaRPr lang="cs-CZ"/>
          </a:p>
        </p:txBody>
      </p:sp>
      <p:sp>
        <p:nvSpPr>
          <p:cNvPr id="163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spcBef>
                <a:spcPct val="0"/>
              </a:spcBef>
              <a:buFontTx/>
              <a:buNone/>
              <a:defRPr sz="1200" b="0">
                <a:solidFill>
                  <a:schemeClr val="tx1"/>
                </a:solidFill>
                <a:latin typeface="Century Gothic" pitchFamily="34" charset="0"/>
              </a:defRPr>
            </a:lvl1pPr>
          </a:lstStyle>
          <a:p>
            <a:pPr>
              <a:defRPr/>
            </a:pPr>
            <a:endParaRPr lang="cs-CZ"/>
          </a:p>
        </p:txBody>
      </p:sp>
      <p:sp>
        <p:nvSpPr>
          <p:cNvPr id="163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FontTx/>
              <a:buNone/>
              <a:defRPr sz="1200" b="0">
                <a:solidFill>
                  <a:schemeClr val="tx1"/>
                </a:solidFill>
                <a:latin typeface="Century Gothic" panose="020B0502020202020204" pitchFamily="34" charset="0"/>
              </a:defRPr>
            </a:lvl1pPr>
          </a:lstStyle>
          <a:p>
            <a:fld id="{5CF3FF1D-F075-41F6-B290-07919A4348D8}" type="slidenum">
              <a:rPr lang="cs-CZ" altLang="cs-CZ"/>
              <a:pPr/>
              <a:t>‹#›</a:t>
            </a:fld>
            <a:endParaRPr lang="cs-CZ" altLang="cs-CZ"/>
          </a:p>
        </p:txBody>
      </p:sp>
    </p:spTree>
    <p:extLst>
      <p:ext uri="{BB962C8B-B14F-4D97-AF65-F5344CB8AC3E}">
        <p14:creationId xmlns:p14="http://schemas.microsoft.com/office/powerpoint/2010/main" val="5678203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0.88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1.32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0.88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1.32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0.88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1.32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0.88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0.88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1.32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0.88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9:28:51.32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spcBef>
                <a:spcPct val="0"/>
              </a:spcBef>
              <a:buFontTx/>
              <a:buNone/>
              <a:defRPr sz="1200" b="0">
                <a:solidFill>
                  <a:schemeClr val="tx1"/>
                </a:solidFill>
                <a:latin typeface="Century Gothic" pitchFamily="34" charset="0"/>
              </a:defRPr>
            </a:lvl1pPr>
          </a:lstStyle>
          <a:p>
            <a:pPr>
              <a:defRPr/>
            </a:pPr>
            <a:endParaRPr lang="cs-CZ"/>
          </a:p>
        </p:txBody>
      </p:sp>
      <p:sp>
        <p:nvSpPr>
          <p:cNvPr id="358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FontTx/>
              <a:buNone/>
              <a:defRPr sz="1200" b="0">
                <a:solidFill>
                  <a:schemeClr val="tx1"/>
                </a:solidFill>
                <a:latin typeface="Century Gothic" pitchFamily="34" charset="0"/>
              </a:defRPr>
            </a:lvl1pPr>
          </a:lstStyle>
          <a:p>
            <a:pPr>
              <a:defRPr/>
            </a:pPr>
            <a:endParaRPr lang="cs-CZ"/>
          </a:p>
        </p:txBody>
      </p:sp>
      <p:sp>
        <p:nvSpPr>
          <p:cNvPr id="819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cs-CZ" noProof="0"/>
              <a:t>Klepnutím lze upravit styly předlohy textu.</a:t>
            </a:r>
          </a:p>
          <a:p>
            <a:pPr lvl="1"/>
            <a:r>
              <a:rPr lang="cs-CZ" noProof="0"/>
              <a:t>Druhá úroveň</a:t>
            </a:r>
          </a:p>
          <a:p>
            <a:pPr lvl="2"/>
            <a:r>
              <a:rPr lang="cs-CZ" noProof="0"/>
              <a:t>Třetí úroveň</a:t>
            </a:r>
          </a:p>
          <a:p>
            <a:pPr lvl="3"/>
            <a:r>
              <a:rPr lang="cs-CZ" noProof="0"/>
              <a:t>Čtvrtá úroveň</a:t>
            </a:r>
          </a:p>
          <a:p>
            <a:pPr lvl="4"/>
            <a:r>
              <a:rPr lang="cs-CZ" noProof="0"/>
              <a:t>Pátá úroveň</a:t>
            </a:r>
          </a:p>
        </p:txBody>
      </p:sp>
      <p:sp>
        <p:nvSpPr>
          <p:cNvPr id="358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spcBef>
                <a:spcPct val="0"/>
              </a:spcBef>
              <a:buFontTx/>
              <a:buNone/>
              <a:defRPr sz="1200" b="0">
                <a:solidFill>
                  <a:schemeClr val="tx1"/>
                </a:solidFill>
                <a:latin typeface="Century Gothic" pitchFamily="34" charset="0"/>
              </a:defRPr>
            </a:lvl1pPr>
          </a:lstStyle>
          <a:p>
            <a:pPr>
              <a:defRPr/>
            </a:pPr>
            <a:endParaRPr lang="cs-CZ"/>
          </a:p>
        </p:txBody>
      </p:sp>
      <p:sp>
        <p:nvSpPr>
          <p:cNvPr id="358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FontTx/>
              <a:buNone/>
              <a:defRPr sz="1200" b="0">
                <a:solidFill>
                  <a:schemeClr val="tx1"/>
                </a:solidFill>
                <a:latin typeface="Century Gothic" panose="020B0502020202020204" pitchFamily="34" charset="0"/>
              </a:defRPr>
            </a:lvl1pPr>
          </a:lstStyle>
          <a:p>
            <a:fld id="{511FA9D6-BDC7-4110-B055-029A3A5CC98B}" type="slidenum">
              <a:rPr lang="cs-CZ" altLang="cs-CZ"/>
              <a:pPr/>
              <a:t>‹#›</a:t>
            </a:fld>
            <a:endParaRPr lang="cs-CZ" altLang="cs-CZ"/>
          </a:p>
        </p:txBody>
      </p:sp>
    </p:spTree>
    <p:extLst>
      <p:ext uri="{BB962C8B-B14F-4D97-AF65-F5344CB8AC3E}">
        <p14:creationId xmlns:p14="http://schemas.microsoft.com/office/powerpoint/2010/main" val="615043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entury Gothic"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entury Gothic"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entury Gothic"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entury Gothic"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entury Gothic"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1FA9D6-BDC7-4110-B055-029A3A5CC98B}" type="slidenum">
              <a:rPr lang="cs-CZ" altLang="cs-CZ" smtClean="0"/>
              <a:pPr/>
              <a:t>1</a:t>
            </a:fld>
            <a:endParaRPr lang="cs-CZ" altLang="cs-CZ"/>
          </a:p>
        </p:txBody>
      </p:sp>
    </p:spTree>
    <p:extLst>
      <p:ext uri="{BB962C8B-B14F-4D97-AF65-F5344CB8AC3E}">
        <p14:creationId xmlns:p14="http://schemas.microsoft.com/office/powerpoint/2010/main" val="2586363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511FA9D6-BDC7-4110-B055-029A3A5CC98B}" type="slidenum">
              <a:rPr lang="cs-CZ" altLang="cs-CZ" smtClean="0"/>
              <a:pPr/>
              <a:t>2</a:t>
            </a:fld>
            <a:endParaRPr lang="cs-CZ" altLang="cs-CZ"/>
          </a:p>
        </p:txBody>
      </p:sp>
    </p:spTree>
    <p:extLst>
      <p:ext uri="{BB962C8B-B14F-4D97-AF65-F5344CB8AC3E}">
        <p14:creationId xmlns:p14="http://schemas.microsoft.com/office/powerpoint/2010/main" val="1899756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err="1"/>
              <a:t>Definice</a:t>
            </a:r>
            <a:r>
              <a:rPr lang="en-GB" dirty="0"/>
              <a:t>: </a:t>
            </a:r>
            <a:r>
              <a:rPr lang="cs-CZ" dirty="0"/>
              <a:t>Je to základní prvek šíření informace: Co je základní pramen k učení na test? Když chcete zjistit, co za polední menu je ve vaší oblíbené restauraci? Když jsme</a:t>
            </a:r>
            <a:r>
              <a:rPr lang="en-GB" dirty="0"/>
              <a:t> </a:t>
            </a:r>
            <a:r>
              <a:rPr lang="en-GB" dirty="0" err="1"/>
              <a:t>programujete</a:t>
            </a:r>
            <a:r>
              <a:rPr lang="en-GB" dirty="0"/>
              <a:t> a </a:t>
            </a:r>
            <a:r>
              <a:rPr lang="cs-CZ" dirty="0"/>
              <a:t>zasekli jste se, protože nevíte, jak pracovat se strukturou? </a:t>
            </a:r>
            <a:endParaRPr lang="en-GB" dirty="0"/>
          </a:p>
          <a:p>
            <a:pPr marL="0" indent="0">
              <a:buFont typeface="Arial" panose="020B0604020202020204" pitchFamily="34" charset="0"/>
              <a:buNone/>
            </a:pPr>
            <a:r>
              <a:rPr lang="cs-CZ" dirty="0"/>
              <a:t>- Textové informace. </a:t>
            </a:r>
          </a:p>
          <a:p>
            <a:pPr marL="171450" indent="-171450">
              <a:buFont typeface="Arial" panose="020B0604020202020204" pitchFamily="34" charset="0"/>
              <a:buChar char="•"/>
            </a:pPr>
            <a:r>
              <a:rPr lang="cs-CZ" dirty="0"/>
              <a:t>Proto je velice důležité jakým způsobem jsou nám tyto informace podány nebo naopak jakým způsobem MY upravujeme text aby nebyl odporný, byl čtivý a kdokoliv, kdo k němu přijde nebude jeho úpravou znechucen a něco nového se z něj rád dozví .  </a:t>
            </a:r>
          </a:p>
          <a:p>
            <a:pPr marL="171450" indent="-171450">
              <a:buFont typeface="Arial" panose="020B0604020202020204" pitchFamily="34" charset="0"/>
              <a:buChar char="•"/>
            </a:pPr>
            <a:r>
              <a:rPr lang="cs-CZ" dirty="0"/>
              <a:t>Obecně v typografii existuje mnoho chyb. Za mě je, ale nejhorší text, který musíme luštit. Když se chcete něco naučit nebo se dozvědět a tuto informaci máte hledat mezi spoustou materiálů, které jsou na internetu dostupné. Tak chcete kliknout na stránku a hned vědět jestli by mohla obsahovat odpověď na vaši otázku. Představte si požadovanou informaci hledat ještě na chaotických stránkách. Ve většině případů byste z takovéto stránky odešli dřívě než byste se vůbec prokousali k jádru věci a tím páděm byste ani nezjistili, že stránka opravdu mohla odpovídat mezi tím vším odpadem odpověď na vaší otázku.</a:t>
            </a:r>
          </a:p>
          <a:p>
            <a:pPr marL="171450" indent="-171450">
              <a:buFont typeface="Arial" panose="020B0604020202020204" pitchFamily="34" charset="0"/>
              <a:buChar char="•"/>
            </a:pPr>
            <a:endParaRPr lang="cs-CZ" dirty="0"/>
          </a:p>
          <a:p>
            <a:pPr marL="171450" indent="-171450">
              <a:buFont typeface="Arial" panose="020B0604020202020204" pitchFamily="34" charset="0"/>
              <a:buChar char="•"/>
            </a:pPr>
            <a:r>
              <a:rPr lang="cs-CZ" dirty="0"/>
              <a:t> Například troufl by si někdo najít na této stránce kdy má daná restaurace otevřeno... Nenašli byste tato informace se na této stránce ani nenachází, což byste zjistili po 3-4 minutách, které na teté stránce zabijete.</a:t>
            </a:r>
          </a:p>
          <a:p>
            <a:pPr marL="171450" indent="-171450">
              <a:buFont typeface="Arial" panose="020B0604020202020204" pitchFamily="34" charset="0"/>
              <a:buChar char="•"/>
            </a:pPr>
            <a:r>
              <a:rPr lang="cs-CZ" dirty="0"/>
              <a:t> FunFact: Tato stránka opravdu existuje :D</a:t>
            </a:r>
          </a:p>
        </p:txBody>
      </p:sp>
      <p:sp>
        <p:nvSpPr>
          <p:cNvPr id="4" name="Slide Number Placeholder 3"/>
          <p:cNvSpPr>
            <a:spLocks noGrp="1"/>
          </p:cNvSpPr>
          <p:nvPr>
            <p:ph type="sldNum" sz="quarter" idx="5"/>
          </p:nvPr>
        </p:nvSpPr>
        <p:spPr/>
        <p:txBody>
          <a:bodyPr/>
          <a:lstStyle/>
          <a:p>
            <a:fld id="{511FA9D6-BDC7-4110-B055-029A3A5CC98B}" type="slidenum">
              <a:rPr lang="cs-CZ" altLang="cs-CZ" smtClean="0"/>
              <a:pPr/>
              <a:t>3</a:t>
            </a:fld>
            <a:endParaRPr lang="cs-CZ" altLang="cs-CZ"/>
          </a:p>
        </p:txBody>
      </p:sp>
    </p:spTree>
    <p:extLst>
      <p:ext uri="{BB962C8B-B14F-4D97-AF65-F5344CB8AC3E}">
        <p14:creationId xmlns:p14="http://schemas.microsoft.com/office/powerpoint/2010/main" val="4210982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A461C-1428-6B1C-EF79-0A4261259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BA15B-C123-47D6-D63A-40B019548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3B9FB-F59E-8E4A-EC58-B7E209975A0A}"/>
              </a:ext>
            </a:extLst>
          </p:cNvPr>
          <p:cNvSpPr>
            <a:spLocks noGrp="1"/>
          </p:cNvSpPr>
          <p:nvPr>
            <p:ph type="body" idx="1"/>
          </p:nvPr>
        </p:nvSpPr>
        <p:spPr/>
        <p:txBody>
          <a:bodyPr/>
          <a:lstStyle/>
          <a:p>
            <a:pPr marL="171450" indent="-171450">
              <a:buFont typeface="Arial" panose="020B0604020202020204" pitchFamily="34" charset="0"/>
              <a:buChar char="•"/>
            </a:pPr>
            <a:r>
              <a:rPr lang="cs-CZ" dirty="0"/>
              <a:t>Další známou chybou je nevhodná práce s fonty: Například pokud byste v písemce dostali následující otázku a váš učitel byl nadšenec do typografie a zadal by Vám úkol ve formátu jako je tento. Moc byste nebyli nadšeni. Opět by Vám nějakou dobu trvalo než byste to rozluštili, pak některé symboly navíc ani rozluštit nejdou a jsou víceznačné, .... </a:t>
            </a:r>
          </a:p>
          <a:p>
            <a:pPr marL="171450" indent="-171450">
              <a:buFont typeface="Arial" panose="020B0604020202020204" pitchFamily="34" charset="0"/>
              <a:buChar char="•"/>
            </a:pPr>
            <a:r>
              <a:rPr lang="cs-CZ" dirty="0"/>
              <a:t>Dole je příklad správně zadaného testu do teoretické informatiky, který hned po prvním přečtení jednoznačně říká, co je úkolem. </a:t>
            </a:r>
          </a:p>
          <a:p>
            <a:pPr marL="171450" indent="-171450">
              <a:buFont typeface="Arial" panose="020B0604020202020204" pitchFamily="34" charset="0"/>
              <a:buChar char="•"/>
            </a:pPr>
            <a:r>
              <a:rPr lang="cs-CZ" dirty="0"/>
              <a:t>Tedy podle mě je hlavně důležité aby text byl zformátovaný tak aby uživatel strávil minimum času jeho čtením než dosáhne požadované informace.</a:t>
            </a:r>
          </a:p>
        </p:txBody>
      </p:sp>
      <p:sp>
        <p:nvSpPr>
          <p:cNvPr id="4" name="Slide Number Placeholder 3">
            <a:extLst>
              <a:ext uri="{FF2B5EF4-FFF2-40B4-BE49-F238E27FC236}">
                <a16:creationId xmlns:a16="http://schemas.microsoft.com/office/drawing/2014/main" id="{992E0CEB-560F-6331-322B-749A9C189484}"/>
              </a:ext>
            </a:extLst>
          </p:cNvPr>
          <p:cNvSpPr>
            <a:spLocks noGrp="1"/>
          </p:cNvSpPr>
          <p:nvPr>
            <p:ph type="sldNum" sz="quarter" idx="5"/>
          </p:nvPr>
        </p:nvSpPr>
        <p:spPr/>
        <p:txBody>
          <a:bodyPr/>
          <a:lstStyle/>
          <a:p>
            <a:fld id="{511FA9D6-BDC7-4110-B055-029A3A5CC98B}" type="slidenum">
              <a:rPr lang="cs-CZ" altLang="cs-CZ" smtClean="0"/>
              <a:pPr/>
              <a:t>4</a:t>
            </a:fld>
            <a:endParaRPr lang="cs-CZ" altLang="cs-CZ"/>
          </a:p>
        </p:txBody>
      </p:sp>
    </p:spTree>
    <p:extLst>
      <p:ext uri="{BB962C8B-B14F-4D97-AF65-F5344CB8AC3E}">
        <p14:creationId xmlns:p14="http://schemas.microsoft.com/office/powerpoint/2010/main" val="2265495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1E9B4-B0A7-F3D9-42A2-BF57AA9F9ADC}"/>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E5F7C4CD-77EB-BC06-A8F3-78BE1F8FAB88}"/>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7231F134-BCB3-D7C5-1163-697F5218963B}"/>
              </a:ext>
            </a:extLst>
          </p:cNvPr>
          <p:cNvSpPr>
            <a:spLocks noGrp="1"/>
          </p:cNvSpPr>
          <p:nvPr>
            <p:ph type="body" idx="1"/>
          </p:nvPr>
        </p:nvSpPr>
        <p:spPr/>
        <p:txBody>
          <a:bodyPr/>
          <a:lstStyle/>
          <a:p>
            <a:r>
              <a:rPr lang="cs-CZ" dirty="0"/>
              <a:t>Po těchto ukázkách by Vás mohlo napadnout. Jak se tedy mám vyhnout chybám v úpravě textu. Již existuje spoustu rad, jak se vyhnout špatné úpravě textu a já bych Vám tu rád prezentoval některé standardy vytvořené Googlem, jak typograficky správně psát. </a:t>
            </a:r>
          </a:p>
        </p:txBody>
      </p:sp>
      <p:sp>
        <p:nvSpPr>
          <p:cNvPr id="4" name="Zástupný symbol pro číslo snímku 3">
            <a:extLst>
              <a:ext uri="{FF2B5EF4-FFF2-40B4-BE49-F238E27FC236}">
                <a16:creationId xmlns:a16="http://schemas.microsoft.com/office/drawing/2014/main" id="{3B908B55-BDD1-EE48-1511-F590A5FCF46F}"/>
              </a:ext>
            </a:extLst>
          </p:cNvPr>
          <p:cNvSpPr>
            <a:spLocks noGrp="1"/>
          </p:cNvSpPr>
          <p:nvPr>
            <p:ph type="sldNum" sz="quarter" idx="10"/>
          </p:nvPr>
        </p:nvSpPr>
        <p:spPr/>
        <p:txBody>
          <a:bodyPr/>
          <a:lstStyle/>
          <a:p>
            <a:fld id="{511FA9D6-BDC7-4110-B055-029A3A5CC98B}" type="slidenum">
              <a:rPr lang="cs-CZ" altLang="cs-CZ" smtClean="0"/>
              <a:pPr/>
              <a:t>5</a:t>
            </a:fld>
            <a:endParaRPr lang="cs-CZ" altLang="cs-CZ"/>
          </a:p>
        </p:txBody>
      </p:sp>
    </p:spTree>
    <p:extLst>
      <p:ext uri="{BB962C8B-B14F-4D97-AF65-F5344CB8AC3E}">
        <p14:creationId xmlns:p14="http://schemas.microsoft.com/office/powerpoint/2010/main" val="738957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3A51E-B351-9574-2A58-00ED2F8A7C32}"/>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FF0BC6C2-C100-1D4E-9871-49BC4C783E90}"/>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D6F25872-9719-F0A4-0DC9-78C5F5B364C2}"/>
              </a:ext>
            </a:extLst>
          </p:cNvPr>
          <p:cNvSpPr>
            <a:spLocks noGrp="1"/>
          </p:cNvSpPr>
          <p:nvPr>
            <p:ph type="body" idx="1"/>
          </p:nvPr>
        </p:nvSpPr>
        <p:spPr/>
        <p:txBody>
          <a:bodyPr/>
          <a:lstStyle/>
          <a:p>
            <a:pPr marL="171450" indent="-171450" algn="l">
              <a:spcBef>
                <a:spcPts val="3600"/>
              </a:spcBef>
              <a:spcAft>
                <a:spcPts val="1200"/>
              </a:spcAft>
              <a:buFont typeface="Arial" panose="020B0604020202020204" pitchFamily="34" charset="0"/>
              <a:buChar char="•"/>
            </a:pPr>
            <a:r>
              <a:rPr lang="cs-CZ" b="0" i="0" dirty="0">
                <a:solidFill>
                  <a:srgbClr val="212121"/>
                </a:solidFill>
                <a:effectLst/>
                <a:latin typeface="Roboto" panose="02000000000000000000" pitchFamily="2" charset="0"/>
              </a:rPr>
              <a:t>Hustota textu, je první vlastnost, kterou bych Vám chtěl představit. Je důležité si uvědomit, že aplikace pro telefony, které vytváříme na pc se jednou budou opravdu používat na telefonech. Proto je vhodné nechávát akorátní velikosti mezi textem.</a:t>
            </a:r>
          </a:p>
          <a:p>
            <a:pPr marL="171450" indent="-171450" algn="l">
              <a:spcBef>
                <a:spcPts val="3600"/>
              </a:spcBef>
              <a:spcAft>
                <a:spcPts val="1200"/>
              </a:spcAft>
              <a:buFont typeface="Arial" panose="020B0604020202020204" pitchFamily="34" charset="0"/>
              <a:buChar char="•"/>
            </a:pPr>
            <a:r>
              <a:rPr lang="cs-CZ" b="0" i="0" dirty="0">
                <a:solidFill>
                  <a:srgbClr val="212121"/>
                </a:solidFill>
                <a:effectLst/>
                <a:latin typeface="Roboto" panose="02000000000000000000" pitchFamily="2" charset="0"/>
              </a:rPr>
              <a:t>Na tomto příkladě jde nádherně vidět, že se na tento widget sice vejdou dva měsíce, pokud byste ale měli vybrat nějaký interval už by se to tak snadno nedělalo a s největší pravděpodobností byste se začali vztekat hned po prvních 10 sekundách používání, že se pořád překlikáváte. Proto komponenty, se kterými se nějakým způsobem interaguje by neměli být přehnaně zahuštěné. Jako je to na tomto příkladě. </a:t>
            </a:r>
          </a:p>
          <a:p>
            <a:pPr marL="0" indent="0" algn="l">
              <a:spcBef>
                <a:spcPts val="3600"/>
              </a:spcBef>
              <a:spcAft>
                <a:spcPts val="1200"/>
              </a:spcAft>
              <a:buFont typeface="Arial" panose="020B0604020202020204" pitchFamily="34" charset="0"/>
              <a:buNone/>
            </a:pPr>
            <a:endParaRPr lang="cs-CZ" b="0" i="0" dirty="0">
              <a:solidFill>
                <a:srgbClr val="212121"/>
              </a:solidFill>
              <a:effectLst/>
              <a:latin typeface="Roboto" panose="02000000000000000000" pitchFamily="2" charset="0"/>
            </a:endParaRPr>
          </a:p>
          <a:p>
            <a:br>
              <a:rPr lang="en-GB" dirty="0"/>
            </a:br>
            <a:br>
              <a:rPr lang="en-GB" dirty="0"/>
            </a:br>
            <a:endParaRPr lang="cs-CZ" dirty="0"/>
          </a:p>
        </p:txBody>
      </p:sp>
      <p:sp>
        <p:nvSpPr>
          <p:cNvPr id="4" name="Zástupný symbol pro číslo snímku 3">
            <a:extLst>
              <a:ext uri="{FF2B5EF4-FFF2-40B4-BE49-F238E27FC236}">
                <a16:creationId xmlns:a16="http://schemas.microsoft.com/office/drawing/2014/main" id="{0A5A7342-7928-A1F5-7ECC-D23ED8799812}"/>
              </a:ext>
            </a:extLst>
          </p:cNvPr>
          <p:cNvSpPr>
            <a:spLocks noGrp="1"/>
          </p:cNvSpPr>
          <p:nvPr>
            <p:ph type="sldNum" sz="quarter" idx="10"/>
          </p:nvPr>
        </p:nvSpPr>
        <p:spPr/>
        <p:txBody>
          <a:bodyPr/>
          <a:lstStyle/>
          <a:p>
            <a:fld id="{511FA9D6-BDC7-4110-B055-029A3A5CC98B}" type="slidenum">
              <a:rPr lang="cs-CZ" altLang="cs-CZ" smtClean="0"/>
              <a:pPr/>
              <a:t>6</a:t>
            </a:fld>
            <a:endParaRPr lang="cs-CZ" altLang="cs-CZ"/>
          </a:p>
        </p:txBody>
      </p:sp>
    </p:spTree>
    <p:extLst>
      <p:ext uri="{BB962C8B-B14F-4D97-AF65-F5344CB8AC3E}">
        <p14:creationId xmlns:p14="http://schemas.microsoft.com/office/powerpoint/2010/main" val="2712390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71BD0-3E10-1C63-539A-63D651B0814C}"/>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68D58B51-4B6B-60B8-0B35-5A579F2BFDC4}"/>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011E66F5-CDDE-E49E-455B-E761A72068CC}"/>
              </a:ext>
            </a:extLst>
          </p:cNvPr>
          <p:cNvSpPr>
            <a:spLocks noGrp="1"/>
          </p:cNvSpPr>
          <p:nvPr>
            <p:ph type="body" idx="1"/>
          </p:nvPr>
        </p:nvSpPr>
        <p:spPr/>
        <p:txBody>
          <a:bodyPr/>
          <a:lstStyle/>
          <a:p>
            <a:pPr marL="171450" indent="-171450" algn="l">
              <a:spcBef>
                <a:spcPts val="3600"/>
              </a:spcBef>
              <a:spcAft>
                <a:spcPts val="1200"/>
              </a:spcAft>
              <a:buFont typeface="Arial" panose="020B0604020202020204" pitchFamily="34" charset="0"/>
              <a:buChar char="•"/>
            </a:pPr>
            <a:r>
              <a:rPr lang="cs-CZ" b="0" i="0" dirty="0">
                <a:solidFill>
                  <a:srgbClr val="212121"/>
                </a:solidFill>
                <a:effectLst/>
                <a:latin typeface="Roboto" panose="02000000000000000000" pitchFamily="2" charset="0"/>
              </a:rPr>
              <a:t>Další příklad přehnaně zahuštěného textu. </a:t>
            </a:r>
          </a:p>
          <a:p>
            <a:pPr marL="171450" indent="-171450" algn="l">
              <a:spcBef>
                <a:spcPts val="3600"/>
              </a:spcBef>
              <a:spcAft>
                <a:spcPts val="1200"/>
              </a:spcAft>
              <a:buFont typeface="Arial" panose="020B0604020202020204" pitchFamily="34" charset="0"/>
              <a:buChar char="•"/>
            </a:pPr>
            <a:r>
              <a:rPr lang="cs-CZ" b="0" i="0" dirty="0">
                <a:solidFill>
                  <a:srgbClr val="212121"/>
                </a:solidFill>
                <a:effectLst/>
                <a:latin typeface="Roboto" panose="02000000000000000000" pitchFamily="2" charset="0"/>
              </a:rPr>
              <a:t>S</a:t>
            </a:r>
            <a:r>
              <a:rPr lang="en-US" dirty="0" err="1"/>
              <a:t>nackbary</a:t>
            </a:r>
            <a:r>
              <a:rPr lang="en-US" dirty="0"/>
              <a:t>, </a:t>
            </a:r>
            <a:r>
              <a:rPr lang="en-US" dirty="0" err="1"/>
              <a:t>dialogová</a:t>
            </a:r>
            <a:r>
              <a:rPr lang="en-US" dirty="0"/>
              <a:t> </a:t>
            </a:r>
            <a:r>
              <a:rPr lang="en-US" dirty="0" err="1"/>
              <a:t>okna</a:t>
            </a:r>
            <a:r>
              <a:rPr lang="en-US" dirty="0"/>
              <a:t>, </a:t>
            </a:r>
            <a:r>
              <a:rPr lang="en-US" dirty="0" err="1"/>
              <a:t>oznámení</a:t>
            </a:r>
            <a:r>
              <a:rPr lang="cs-CZ" dirty="0"/>
              <a:t> a další</a:t>
            </a:r>
            <a:r>
              <a:rPr lang="en-US" dirty="0"/>
              <a:t> </a:t>
            </a:r>
            <a:r>
              <a:rPr lang="en-US" dirty="0" err="1"/>
              <a:t>klíčov</a:t>
            </a:r>
            <a:r>
              <a:rPr lang="cs-CZ" dirty="0"/>
              <a:t>é</a:t>
            </a:r>
            <a:r>
              <a:rPr lang="en-US" dirty="0"/>
              <a:t> </a:t>
            </a:r>
            <a:r>
              <a:rPr lang="en-US" dirty="0" err="1"/>
              <a:t>prvky</a:t>
            </a:r>
            <a:r>
              <a:rPr lang="en-US" dirty="0"/>
              <a:t>, </a:t>
            </a:r>
            <a:r>
              <a:rPr lang="en-US" dirty="0" err="1"/>
              <a:t>které</a:t>
            </a:r>
            <a:r>
              <a:rPr lang="en-US" dirty="0"/>
              <a:t> </a:t>
            </a:r>
            <a:r>
              <a:rPr lang="en-US" dirty="0" err="1"/>
              <a:t>mají</a:t>
            </a:r>
            <a:r>
              <a:rPr lang="en-US" dirty="0"/>
              <a:t> za </a:t>
            </a:r>
            <a:r>
              <a:rPr lang="en-US" dirty="0" err="1"/>
              <a:t>úkol</a:t>
            </a:r>
            <a:r>
              <a:rPr lang="en-US" dirty="0"/>
              <a:t> </a:t>
            </a:r>
            <a:r>
              <a:rPr lang="en-US" dirty="0" err="1"/>
              <a:t>informovat</a:t>
            </a:r>
            <a:r>
              <a:rPr lang="en-US" dirty="0"/>
              <a:t> </a:t>
            </a:r>
            <a:r>
              <a:rPr lang="en-US" dirty="0" err="1"/>
              <a:t>uživatele</a:t>
            </a:r>
            <a:r>
              <a:rPr lang="en-US" dirty="0"/>
              <a:t> o </a:t>
            </a:r>
            <a:r>
              <a:rPr lang="en-US" dirty="0" err="1"/>
              <a:t>důležitých</a:t>
            </a:r>
            <a:r>
              <a:rPr lang="en-US" dirty="0"/>
              <a:t> </a:t>
            </a:r>
            <a:r>
              <a:rPr lang="en-US" dirty="0" err="1"/>
              <a:t>změnách</a:t>
            </a:r>
            <a:r>
              <a:rPr lang="en-US" dirty="0"/>
              <a:t> </a:t>
            </a:r>
            <a:r>
              <a:rPr lang="en-US" dirty="0" err="1"/>
              <a:t>nebo</a:t>
            </a:r>
            <a:r>
              <a:rPr lang="en-US" dirty="0"/>
              <a:t> </a:t>
            </a:r>
            <a:r>
              <a:rPr lang="en-US" dirty="0" err="1"/>
              <a:t>akcích</a:t>
            </a:r>
            <a:r>
              <a:rPr lang="cs-CZ" dirty="0"/>
              <a:t> </a:t>
            </a:r>
            <a:r>
              <a:rPr lang="en-US" dirty="0"/>
              <a:t>by </a:t>
            </a:r>
            <a:r>
              <a:rPr lang="en-US" dirty="0" err="1"/>
              <a:t>měly</a:t>
            </a:r>
            <a:r>
              <a:rPr lang="en-US" dirty="0"/>
              <a:t> </a:t>
            </a:r>
            <a:r>
              <a:rPr lang="en-US" dirty="0" err="1"/>
              <a:t>být</a:t>
            </a:r>
            <a:r>
              <a:rPr lang="en-US" dirty="0"/>
              <a:t> </a:t>
            </a:r>
            <a:r>
              <a:rPr lang="en-US" dirty="0" err="1"/>
              <a:t>jasně</a:t>
            </a:r>
            <a:r>
              <a:rPr lang="en-US" dirty="0"/>
              <a:t> </a:t>
            </a:r>
            <a:r>
              <a:rPr lang="en-US" dirty="0" err="1"/>
              <a:t>viditelné</a:t>
            </a:r>
            <a:r>
              <a:rPr lang="en-US" dirty="0"/>
              <a:t> a </a:t>
            </a:r>
            <a:r>
              <a:rPr lang="en-US" dirty="0" err="1"/>
              <a:t>snadno</a:t>
            </a:r>
            <a:r>
              <a:rPr lang="en-US" dirty="0"/>
              <a:t> </a:t>
            </a:r>
            <a:r>
              <a:rPr lang="en-US" dirty="0" err="1"/>
              <a:t>čitelné</a:t>
            </a:r>
            <a:r>
              <a:rPr lang="en-US" dirty="0"/>
              <a:t>, </a:t>
            </a:r>
            <a:r>
              <a:rPr lang="en-US" dirty="0" err="1"/>
              <a:t>protože</a:t>
            </a:r>
            <a:r>
              <a:rPr lang="en-US" dirty="0"/>
              <a:t> </a:t>
            </a:r>
            <a:r>
              <a:rPr lang="en-US" dirty="0" err="1"/>
              <a:t>jejich</a:t>
            </a:r>
            <a:r>
              <a:rPr lang="en-US" dirty="0"/>
              <a:t> </a:t>
            </a:r>
            <a:r>
              <a:rPr lang="en-US" dirty="0" err="1"/>
              <a:t>úkolem</a:t>
            </a:r>
            <a:r>
              <a:rPr lang="en-US" dirty="0"/>
              <a:t> je </a:t>
            </a:r>
            <a:r>
              <a:rPr lang="en-US" dirty="0" err="1"/>
              <a:t>okamžitě</a:t>
            </a:r>
            <a:r>
              <a:rPr lang="en-US" dirty="0"/>
              <a:t> </a:t>
            </a:r>
            <a:r>
              <a:rPr lang="en-US" dirty="0" err="1"/>
              <a:t>upoutat</a:t>
            </a:r>
            <a:r>
              <a:rPr lang="en-US" dirty="0"/>
              <a:t> </a:t>
            </a:r>
            <a:r>
              <a:rPr lang="en-US" dirty="0" err="1"/>
              <a:t>uživatelovu</a:t>
            </a:r>
            <a:r>
              <a:rPr lang="en-US" dirty="0"/>
              <a:t> </a:t>
            </a:r>
            <a:r>
              <a:rPr lang="en-US" dirty="0" err="1"/>
              <a:t>pozornost</a:t>
            </a:r>
            <a:r>
              <a:rPr lang="cs-CZ" dirty="0"/>
              <a:t>.</a:t>
            </a:r>
          </a:p>
          <a:p>
            <a:pPr marL="171450" indent="-171450" algn="l">
              <a:spcBef>
                <a:spcPts val="3600"/>
              </a:spcBef>
              <a:spcAft>
                <a:spcPts val="1200"/>
              </a:spcAft>
              <a:buFont typeface="Arial" panose="020B0604020202020204" pitchFamily="34" charset="0"/>
              <a:buChar char="•"/>
            </a:pPr>
            <a:r>
              <a:rPr lang="cs-CZ" dirty="0"/>
              <a:t>Proto k</a:t>
            </a:r>
            <a:r>
              <a:rPr lang="en-US" dirty="0" err="1"/>
              <a:t>dyž</a:t>
            </a:r>
            <a:r>
              <a:rPr lang="en-US" dirty="0"/>
              <a:t> </a:t>
            </a:r>
            <a:r>
              <a:rPr lang="en-US" dirty="0" err="1"/>
              <a:t>zvýšíte</a:t>
            </a:r>
            <a:r>
              <a:rPr lang="en-US" dirty="0"/>
              <a:t> </a:t>
            </a:r>
            <a:r>
              <a:rPr lang="en-US" dirty="0" err="1"/>
              <a:t>hustotu</a:t>
            </a:r>
            <a:r>
              <a:rPr lang="en-US" dirty="0"/>
              <a:t> </a:t>
            </a:r>
            <a:r>
              <a:rPr lang="en-US" dirty="0" err="1"/>
              <a:t>prvků</a:t>
            </a:r>
            <a:r>
              <a:rPr lang="en-US" dirty="0"/>
              <a:t> (</a:t>
            </a:r>
            <a:r>
              <a:rPr lang="en-US" dirty="0" err="1"/>
              <a:t>například</a:t>
            </a:r>
            <a:r>
              <a:rPr lang="en-US" dirty="0"/>
              <a:t> </a:t>
            </a:r>
            <a:r>
              <a:rPr lang="en-US" dirty="0" err="1"/>
              <a:t>přidáním</a:t>
            </a:r>
            <a:r>
              <a:rPr lang="en-US" dirty="0"/>
              <a:t> </a:t>
            </a:r>
            <a:r>
              <a:rPr lang="en-US" dirty="0" err="1"/>
              <a:t>více</a:t>
            </a:r>
            <a:r>
              <a:rPr lang="en-US" dirty="0"/>
              <a:t> </a:t>
            </a:r>
            <a:r>
              <a:rPr lang="en-US" dirty="0" err="1"/>
              <a:t>textu</a:t>
            </a:r>
            <a:r>
              <a:rPr lang="en-US" dirty="0"/>
              <a:t>, </a:t>
            </a:r>
            <a:r>
              <a:rPr lang="en-US" dirty="0" err="1"/>
              <a:t>menšími</a:t>
            </a:r>
            <a:r>
              <a:rPr lang="en-US" dirty="0"/>
              <a:t> </a:t>
            </a:r>
            <a:r>
              <a:rPr lang="en-US" dirty="0" err="1"/>
              <a:t>mezerami</a:t>
            </a:r>
            <a:r>
              <a:rPr lang="en-US" dirty="0"/>
              <a:t> </a:t>
            </a:r>
            <a:r>
              <a:rPr lang="en-US" dirty="0" err="1"/>
              <a:t>mezi</a:t>
            </a:r>
            <a:r>
              <a:rPr lang="en-US" dirty="0"/>
              <a:t> </a:t>
            </a:r>
            <a:r>
              <a:rPr lang="en-US" dirty="0" err="1"/>
              <a:t>řádky</a:t>
            </a:r>
            <a:r>
              <a:rPr lang="en-US" dirty="0"/>
              <a:t>, </a:t>
            </a:r>
            <a:r>
              <a:rPr lang="en-US" dirty="0" err="1"/>
              <a:t>nebo</a:t>
            </a:r>
            <a:r>
              <a:rPr lang="en-US" dirty="0"/>
              <a:t> </a:t>
            </a:r>
            <a:r>
              <a:rPr lang="en-US" dirty="0" err="1"/>
              <a:t>zmenšením</a:t>
            </a:r>
            <a:r>
              <a:rPr lang="en-US" dirty="0"/>
              <a:t> </a:t>
            </a:r>
            <a:r>
              <a:rPr lang="en-US" dirty="0" err="1"/>
              <a:t>velikosti</a:t>
            </a:r>
            <a:r>
              <a:rPr lang="en-US" dirty="0"/>
              <a:t> </a:t>
            </a:r>
            <a:r>
              <a:rPr lang="en-US" dirty="0" err="1"/>
              <a:t>písma</a:t>
            </a:r>
            <a:r>
              <a:rPr lang="en-US" dirty="0"/>
              <a:t>), </a:t>
            </a:r>
            <a:r>
              <a:rPr lang="en-US" dirty="0" err="1"/>
              <a:t>mohou</a:t>
            </a:r>
            <a:r>
              <a:rPr lang="en-US" dirty="0"/>
              <a:t> se t</a:t>
            </a:r>
            <a:r>
              <a:rPr lang="cs-CZ" dirty="0"/>
              <a:t>yto komponenty stát méně přitažlivé pro uživatele, nevýrazné nebo kompletně nečitelné</a:t>
            </a:r>
            <a:r>
              <a:rPr lang="en-US" dirty="0"/>
              <a:t>. </a:t>
            </a:r>
            <a:endParaRPr lang="cs-CZ" dirty="0"/>
          </a:p>
        </p:txBody>
      </p:sp>
      <p:sp>
        <p:nvSpPr>
          <p:cNvPr id="4" name="Zástupný symbol pro číslo snímku 3">
            <a:extLst>
              <a:ext uri="{FF2B5EF4-FFF2-40B4-BE49-F238E27FC236}">
                <a16:creationId xmlns:a16="http://schemas.microsoft.com/office/drawing/2014/main" id="{0A404EB0-354B-7126-5420-8521FBD45761}"/>
              </a:ext>
            </a:extLst>
          </p:cNvPr>
          <p:cNvSpPr>
            <a:spLocks noGrp="1"/>
          </p:cNvSpPr>
          <p:nvPr>
            <p:ph type="sldNum" sz="quarter" idx="10"/>
          </p:nvPr>
        </p:nvSpPr>
        <p:spPr/>
        <p:txBody>
          <a:bodyPr/>
          <a:lstStyle/>
          <a:p>
            <a:fld id="{511FA9D6-BDC7-4110-B055-029A3A5CC98B}" type="slidenum">
              <a:rPr lang="cs-CZ" altLang="cs-CZ" smtClean="0"/>
              <a:pPr/>
              <a:t>7</a:t>
            </a:fld>
            <a:endParaRPr lang="cs-CZ" altLang="cs-CZ"/>
          </a:p>
        </p:txBody>
      </p:sp>
    </p:spTree>
    <p:extLst>
      <p:ext uri="{BB962C8B-B14F-4D97-AF65-F5344CB8AC3E}">
        <p14:creationId xmlns:p14="http://schemas.microsoft.com/office/powerpoint/2010/main" val="3185130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6A8F0-B68F-0209-1D7F-35E2F9829138}"/>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8275011D-44B2-1259-AA7E-ED31CCC950C3}"/>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6A5C11E7-00D1-42F6-DB33-1F1570C2E2A9}"/>
              </a:ext>
            </a:extLst>
          </p:cNvPr>
          <p:cNvSpPr>
            <a:spLocks noGrp="1"/>
          </p:cNvSpPr>
          <p:nvPr>
            <p:ph type="body" idx="1"/>
          </p:nvPr>
        </p:nvSpPr>
        <p:spPr/>
        <p:txBody>
          <a:bodyPr/>
          <a:lstStyle/>
          <a:p>
            <a:pPr marL="171450" indent="-171450">
              <a:buFont typeface="Arial" panose="020B0604020202020204" pitchFamily="34" charset="0"/>
              <a:buChar char="•"/>
            </a:pPr>
            <a:r>
              <a:rPr lang="cs-CZ" dirty="0"/>
              <a:t>Proto si musíme nejdříve uvědomit účel těchto komponent. Například pokud si je uživatel schopen zobrazit více informací zlepší mu to zkušenost s aplikací? </a:t>
            </a:r>
          </a:p>
          <a:p>
            <a:pPr marL="171450" indent="-171450">
              <a:buFont typeface="Arial" panose="020B0604020202020204" pitchFamily="34" charset="0"/>
              <a:buChar char="•"/>
            </a:pPr>
            <a:r>
              <a:rPr lang="cs-CZ" dirty="0"/>
              <a:t>Na prvním příkladě je zvýšení hustoty nákupního seznamu. Když se sníží hustota vejde se na obrazovku více informací a tím se uživateli zjednoduší používání aplikaci a sníží se mu doba času používání aplikace. (Tím se opět vracím k motivačnímu slidu)</a:t>
            </a:r>
          </a:p>
        </p:txBody>
      </p:sp>
      <p:sp>
        <p:nvSpPr>
          <p:cNvPr id="4" name="Zástupný symbol pro číslo snímku 3">
            <a:extLst>
              <a:ext uri="{FF2B5EF4-FFF2-40B4-BE49-F238E27FC236}">
                <a16:creationId xmlns:a16="http://schemas.microsoft.com/office/drawing/2014/main" id="{C7921CB2-7A17-C6BF-4E93-A52318545A2A}"/>
              </a:ext>
            </a:extLst>
          </p:cNvPr>
          <p:cNvSpPr>
            <a:spLocks noGrp="1"/>
          </p:cNvSpPr>
          <p:nvPr>
            <p:ph type="sldNum" sz="quarter" idx="10"/>
          </p:nvPr>
        </p:nvSpPr>
        <p:spPr/>
        <p:txBody>
          <a:bodyPr/>
          <a:lstStyle/>
          <a:p>
            <a:fld id="{511FA9D6-BDC7-4110-B055-029A3A5CC98B}" type="slidenum">
              <a:rPr lang="cs-CZ" altLang="cs-CZ" smtClean="0"/>
              <a:pPr/>
              <a:t>8</a:t>
            </a:fld>
            <a:endParaRPr lang="cs-CZ" altLang="cs-CZ"/>
          </a:p>
        </p:txBody>
      </p:sp>
    </p:spTree>
    <p:extLst>
      <p:ext uri="{BB962C8B-B14F-4D97-AF65-F5344CB8AC3E}">
        <p14:creationId xmlns:p14="http://schemas.microsoft.com/office/powerpoint/2010/main" val="3333680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C44D1-797A-86CD-1D30-1F67E2D62999}"/>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CC3BFB81-4756-B9CE-9373-11858CA2D44E}"/>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EFA92FD5-79F2-273D-6381-70941D119622}"/>
              </a:ext>
            </a:extLst>
          </p:cNvPr>
          <p:cNvSpPr>
            <a:spLocks noGrp="1"/>
          </p:cNvSpPr>
          <p:nvPr>
            <p:ph type="body" idx="1"/>
          </p:nvPr>
        </p:nvSpPr>
        <p:spPr/>
        <p:txBody>
          <a:bodyPr/>
          <a:lstStyle/>
          <a:p>
            <a:pPr marL="171450" indent="-171450" algn="l">
              <a:buFont typeface="Arial" panose="020B0604020202020204" pitchFamily="34" charset="0"/>
              <a:buChar char="•"/>
            </a:pPr>
            <a:r>
              <a:rPr lang="cs-CZ" dirty="0"/>
              <a:t>Zde jsou menší mezery a výrazně příjemnější balanc mezi hustotou komponent. Na tomto příkladě můžeme také vidět použití již zmíněné méně hustého rozložení spolu s naopak hustými komponentami. Ale to vůbec nevadí. Protože komponenty jsou i tak nádherně přehledné a napomohlo tomu zamyšlení nad usecasem. Například kdyby zde použit kalendář z předchozího příkladu tak bychom tím počátečně pěkné rozložení kompletně zničili</a:t>
            </a:r>
          </a:p>
        </p:txBody>
      </p:sp>
      <p:sp>
        <p:nvSpPr>
          <p:cNvPr id="4" name="Zástupný symbol pro číslo snímku 3">
            <a:extLst>
              <a:ext uri="{FF2B5EF4-FFF2-40B4-BE49-F238E27FC236}">
                <a16:creationId xmlns:a16="http://schemas.microsoft.com/office/drawing/2014/main" id="{10A558DC-E8D9-0D01-6C98-6D95F2AE8BE5}"/>
              </a:ext>
            </a:extLst>
          </p:cNvPr>
          <p:cNvSpPr>
            <a:spLocks noGrp="1"/>
          </p:cNvSpPr>
          <p:nvPr>
            <p:ph type="sldNum" sz="quarter" idx="10"/>
          </p:nvPr>
        </p:nvSpPr>
        <p:spPr/>
        <p:txBody>
          <a:bodyPr/>
          <a:lstStyle/>
          <a:p>
            <a:fld id="{511FA9D6-BDC7-4110-B055-029A3A5CC98B}" type="slidenum">
              <a:rPr lang="cs-CZ" altLang="cs-CZ" smtClean="0"/>
              <a:pPr/>
              <a:t>9</a:t>
            </a:fld>
            <a:endParaRPr lang="cs-CZ" altLang="cs-CZ"/>
          </a:p>
        </p:txBody>
      </p:sp>
    </p:spTree>
    <p:extLst>
      <p:ext uri="{BB962C8B-B14F-4D97-AF65-F5344CB8AC3E}">
        <p14:creationId xmlns:p14="http://schemas.microsoft.com/office/powerpoint/2010/main" val="2789671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3361F-C987-3D4C-7ECF-69340639643C}"/>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95173BDA-BC0F-1F77-25EC-83FB2DFB411D}"/>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3BE8A22E-AA8D-4CD0-1F78-2B15081D2C89}"/>
              </a:ext>
            </a:extLst>
          </p:cNvPr>
          <p:cNvSpPr>
            <a:spLocks noGrp="1"/>
          </p:cNvSpPr>
          <p:nvPr>
            <p:ph type="body" idx="1"/>
          </p:nvPr>
        </p:nvSpPr>
        <p:spPr/>
        <p:txBody>
          <a:bodyPr/>
          <a:lstStyle/>
          <a:p>
            <a:pPr marL="171450" indent="-171450" algn="l">
              <a:buFont typeface="Arial" panose="020B0604020202020204" pitchFamily="34" charset="0"/>
              <a:buChar char="•"/>
            </a:pPr>
            <a:r>
              <a:rPr lang="cs-CZ" dirty="0"/>
              <a:t>Zde jsou menší mezery a výrazně příjemnější balanc mezi hustotou komponent. Na tomto příkladě můžeme také vidět použití již zmíněné méně hustého rozložení spolu s naopak hustými komponentami. Ale to vůbec nevadí. Protože komponenty jsou i tak nádherně přehledné a napomohlo tomu zamyšlení nad usecasem. Například kdyby zde použit kalendář z předchozího příkladu tak bychom tím počátečně pěkné rozložení kompletně zničili</a:t>
            </a:r>
          </a:p>
        </p:txBody>
      </p:sp>
      <p:sp>
        <p:nvSpPr>
          <p:cNvPr id="4" name="Zástupný symbol pro číslo snímku 3">
            <a:extLst>
              <a:ext uri="{FF2B5EF4-FFF2-40B4-BE49-F238E27FC236}">
                <a16:creationId xmlns:a16="http://schemas.microsoft.com/office/drawing/2014/main" id="{29B2C33F-C740-D3C0-9336-350B3D7FC6CA}"/>
              </a:ext>
            </a:extLst>
          </p:cNvPr>
          <p:cNvSpPr>
            <a:spLocks noGrp="1"/>
          </p:cNvSpPr>
          <p:nvPr>
            <p:ph type="sldNum" sz="quarter" idx="10"/>
          </p:nvPr>
        </p:nvSpPr>
        <p:spPr/>
        <p:txBody>
          <a:bodyPr/>
          <a:lstStyle/>
          <a:p>
            <a:fld id="{511FA9D6-BDC7-4110-B055-029A3A5CC98B}" type="slidenum">
              <a:rPr lang="cs-CZ" altLang="cs-CZ" smtClean="0"/>
              <a:pPr/>
              <a:t>10</a:t>
            </a:fld>
            <a:endParaRPr lang="cs-CZ" altLang="cs-CZ"/>
          </a:p>
        </p:txBody>
      </p:sp>
    </p:spTree>
    <p:extLst>
      <p:ext uri="{BB962C8B-B14F-4D97-AF65-F5344CB8AC3E}">
        <p14:creationId xmlns:p14="http://schemas.microsoft.com/office/powerpoint/2010/main" val="4033214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9E62B-D223-CFE7-27EC-771921329298}"/>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A1132AD3-923C-8440-1A7D-EE0732EFF405}"/>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26B5FD6F-400D-F5BF-FFE3-AD66FE456FF8}"/>
              </a:ext>
            </a:extLst>
          </p:cNvPr>
          <p:cNvSpPr>
            <a:spLocks noGrp="1"/>
          </p:cNvSpPr>
          <p:nvPr>
            <p:ph type="body" idx="1"/>
          </p:nvPr>
        </p:nvSpPr>
        <p:spPr/>
        <p:txBody>
          <a:bodyPr/>
          <a:lstStyle/>
          <a:p>
            <a:pPr marL="171450" indent="-171450">
              <a:buFont typeface="Arial" panose="020B0604020202020204" pitchFamily="34" charset="0"/>
              <a:buChar char="•"/>
            </a:pPr>
            <a:r>
              <a:rPr lang="en-US" dirty="0"/>
              <a:t>Na </a:t>
            </a:r>
            <a:r>
              <a:rPr lang="en-US" dirty="0" err="1"/>
              <a:t>tomto</a:t>
            </a:r>
            <a:r>
              <a:rPr lang="en-US" dirty="0"/>
              <a:t> </a:t>
            </a:r>
            <a:r>
              <a:rPr lang="en-US" dirty="0" err="1"/>
              <a:t>obrázku</a:t>
            </a:r>
            <a:r>
              <a:rPr lang="en-US" dirty="0"/>
              <a:t> je </a:t>
            </a:r>
            <a:r>
              <a:rPr lang="en-US" dirty="0" err="1"/>
              <a:t>příklad</a:t>
            </a:r>
            <a:r>
              <a:rPr lang="en-US" dirty="0"/>
              <a:t>, jak </a:t>
            </a:r>
            <a:r>
              <a:rPr lang="en-US" dirty="0" err="1"/>
              <a:t>správně</a:t>
            </a:r>
            <a:r>
              <a:rPr lang="en-US" dirty="0"/>
              <a:t> </a:t>
            </a:r>
            <a:r>
              <a:rPr lang="en-US" dirty="0" err="1"/>
              <a:t>používat</a:t>
            </a:r>
            <a:r>
              <a:rPr lang="en-US" dirty="0"/>
              <a:t> </a:t>
            </a:r>
            <a:r>
              <a:rPr lang="cs-CZ" dirty="0"/>
              <a:t>některé vybrané </a:t>
            </a:r>
            <a:r>
              <a:rPr lang="en-US" dirty="0" err="1"/>
              <a:t>velikosti</a:t>
            </a:r>
            <a:r>
              <a:rPr lang="en-US" dirty="0"/>
              <a:t> </a:t>
            </a:r>
            <a:r>
              <a:rPr lang="en-US" dirty="0" err="1"/>
              <a:t>písmen</a:t>
            </a:r>
            <a:r>
              <a:rPr lang="en-US" dirty="0"/>
              <a:t> a </a:t>
            </a:r>
            <a:r>
              <a:rPr lang="en-US" dirty="0" err="1"/>
              <a:t>na</a:t>
            </a:r>
            <a:r>
              <a:rPr lang="en-US" dirty="0"/>
              <a:t> co se v </a:t>
            </a:r>
            <a:r>
              <a:rPr lang="en-US" dirty="0" err="1"/>
              <a:t>textu</a:t>
            </a:r>
            <a:r>
              <a:rPr lang="en-US" dirty="0"/>
              <a:t> </a:t>
            </a:r>
            <a:r>
              <a:rPr lang="en-US" dirty="0" err="1"/>
              <a:t>zaměřit</a:t>
            </a:r>
            <a:r>
              <a:rPr lang="en-US" dirty="0"/>
              <a:t>. </a:t>
            </a:r>
            <a:endParaRPr lang="cs-CZ" dirty="0"/>
          </a:p>
          <a:p>
            <a:pPr marL="171450" indent="-171450">
              <a:buFont typeface="Arial" panose="020B0604020202020204" pitchFamily="34" charset="0"/>
              <a:buChar char="•"/>
            </a:pPr>
            <a:r>
              <a:rPr lang="en-US" dirty="0" err="1"/>
              <a:t>Tento</a:t>
            </a:r>
            <a:r>
              <a:rPr lang="en-US" dirty="0"/>
              <a:t> </a:t>
            </a:r>
            <a:r>
              <a:rPr lang="en-US" dirty="0" err="1"/>
              <a:t>příklad</a:t>
            </a:r>
            <a:r>
              <a:rPr lang="en-US" dirty="0"/>
              <a:t> </a:t>
            </a:r>
            <a:r>
              <a:rPr lang="en-US" dirty="0" err="1"/>
              <a:t>typografické</a:t>
            </a:r>
            <a:r>
              <a:rPr lang="en-US" dirty="0"/>
              <a:t> </a:t>
            </a:r>
            <a:r>
              <a:rPr lang="en-US" dirty="0" err="1"/>
              <a:t>škály</a:t>
            </a:r>
            <a:r>
              <a:rPr lang="en-US" dirty="0"/>
              <a:t> </a:t>
            </a:r>
            <a:r>
              <a:rPr lang="en-US" dirty="0" err="1"/>
              <a:t>používá</a:t>
            </a:r>
            <a:r>
              <a:rPr lang="en-US" dirty="0"/>
              <a:t> </a:t>
            </a:r>
            <a:r>
              <a:rPr lang="en-US" dirty="0" err="1"/>
              <a:t>písmo</a:t>
            </a:r>
            <a:r>
              <a:rPr lang="en-US" dirty="0"/>
              <a:t> </a:t>
            </a:r>
            <a:r>
              <a:rPr lang="en-US" b="1" dirty="0"/>
              <a:t>Roboto</a:t>
            </a:r>
            <a:r>
              <a:rPr lang="en-US" dirty="0"/>
              <a:t> pro </a:t>
            </a:r>
            <a:r>
              <a:rPr lang="en-US" dirty="0" err="1"/>
              <a:t>všechny</a:t>
            </a:r>
            <a:r>
              <a:rPr lang="en-US" dirty="0"/>
              <a:t> </a:t>
            </a:r>
            <a:r>
              <a:rPr lang="en-US" dirty="0" err="1"/>
              <a:t>nadpisy</a:t>
            </a:r>
            <a:r>
              <a:rPr lang="en-US" dirty="0"/>
              <a:t>, </a:t>
            </a:r>
            <a:r>
              <a:rPr lang="en-US" dirty="0" err="1"/>
              <a:t>podnadpisy</a:t>
            </a:r>
            <a:r>
              <a:rPr lang="en-US" dirty="0"/>
              <a:t>, </a:t>
            </a:r>
            <a:r>
              <a:rPr lang="en-US" dirty="0" err="1"/>
              <a:t>tělo</a:t>
            </a:r>
            <a:r>
              <a:rPr lang="en-US" dirty="0"/>
              <a:t> </a:t>
            </a:r>
            <a:r>
              <a:rPr lang="en-US" dirty="0" err="1"/>
              <a:t>textu</a:t>
            </a:r>
            <a:r>
              <a:rPr lang="en-US" dirty="0"/>
              <a:t> a </a:t>
            </a:r>
            <a:r>
              <a:rPr lang="en-US" dirty="0" err="1"/>
              <a:t>popisky</a:t>
            </a:r>
            <a:r>
              <a:rPr lang="en-US" dirty="0"/>
              <a:t>, </a:t>
            </a:r>
            <a:r>
              <a:rPr lang="en-US" dirty="0" err="1"/>
              <a:t>což</a:t>
            </a:r>
            <a:r>
              <a:rPr lang="en-US" dirty="0"/>
              <a:t> </a:t>
            </a:r>
            <a:r>
              <a:rPr lang="en-US" dirty="0" err="1"/>
              <a:t>vytváří</a:t>
            </a:r>
            <a:r>
              <a:rPr lang="en-US" dirty="0"/>
              <a:t> </a:t>
            </a:r>
            <a:r>
              <a:rPr lang="en-US" dirty="0" err="1"/>
              <a:t>jednotný</a:t>
            </a:r>
            <a:r>
              <a:rPr lang="en-US" dirty="0"/>
              <a:t> </a:t>
            </a:r>
            <a:r>
              <a:rPr lang="en-US" dirty="0" err="1"/>
              <a:t>typografický</a:t>
            </a:r>
            <a:r>
              <a:rPr lang="en-US" dirty="0"/>
              <a:t> </a:t>
            </a:r>
            <a:r>
              <a:rPr lang="en-US" dirty="0" err="1"/>
              <a:t>styl</a:t>
            </a:r>
            <a:endParaRPr lang="cs-CZ" dirty="0"/>
          </a:p>
          <a:p>
            <a:pPr marL="171450" indent="-171450">
              <a:buFont typeface="Arial" panose="020B0604020202020204" pitchFamily="34" charset="0"/>
              <a:buChar char="•"/>
            </a:pPr>
            <a:r>
              <a:rPr lang="en-US" dirty="0" err="1"/>
              <a:t>Hierarchie</a:t>
            </a:r>
            <a:r>
              <a:rPr lang="en-US" dirty="0"/>
              <a:t> </a:t>
            </a:r>
            <a:r>
              <a:rPr lang="en-US" dirty="0" err="1"/>
              <a:t>textu</a:t>
            </a:r>
            <a:r>
              <a:rPr lang="en-US" dirty="0"/>
              <a:t> je </a:t>
            </a:r>
            <a:r>
              <a:rPr lang="en-US" dirty="0" err="1"/>
              <a:t>vyjádřena</a:t>
            </a:r>
            <a:r>
              <a:rPr lang="en-US" dirty="0"/>
              <a:t> </a:t>
            </a:r>
            <a:r>
              <a:rPr lang="en-US" dirty="0" err="1"/>
              <a:t>rozdíly</a:t>
            </a:r>
            <a:r>
              <a:rPr lang="en-US" dirty="0"/>
              <a:t> </a:t>
            </a:r>
            <a:r>
              <a:rPr lang="en-US" b="1" dirty="0"/>
              <a:t>v </a:t>
            </a:r>
            <a:r>
              <a:rPr lang="cs-CZ" b="1" dirty="0"/>
              <a:t>Weight</a:t>
            </a:r>
            <a:r>
              <a:rPr lang="en-US" dirty="0"/>
              <a:t>(Light, Medium, Regular), </a:t>
            </a:r>
            <a:r>
              <a:rPr lang="cs-CZ" b="1" dirty="0"/>
              <a:t>Letter spacing</a:t>
            </a:r>
            <a:r>
              <a:rPr lang="en-US" b="1" dirty="0"/>
              <a:t> </a:t>
            </a:r>
            <a:r>
              <a:rPr lang="en-US" dirty="0"/>
              <a:t>(</a:t>
            </a:r>
            <a:r>
              <a:rPr lang="en-US" dirty="0" err="1"/>
              <a:t>mezery</a:t>
            </a:r>
            <a:r>
              <a:rPr lang="en-US" dirty="0"/>
              <a:t> </a:t>
            </a:r>
            <a:r>
              <a:rPr lang="en-US" dirty="0" err="1"/>
              <a:t>mezi</a:t>
            </a:r>
            <a:r>
              <a:rPr lang="en-US" dirty="0"/>
              <a:t> </a:t>
            </a:r>
            <a:r>
              <a:rPr lang="en-US" dirty="0" err="1"/>
              <a:t>písmeny</a:t>
            </a:r>
            <a:r>
              <a:rPr lang="en-US" dirty="0"/>
              <a:t>) a</a:t>
            </a:r>
            <a:r>
              <a:rPr lang="cs-CZ" dirty="0"/>
              <a:t> </a:t>
            </a:r>
            <a:r>
              <a:rPr lang="cs-CZ" b="1" dirty="0"/>
              <a:t>CASE.</a:t>
            </a:r>
          </a:p>
          <a:p>
            <a:pPr marL="171450" indent="-171450">
              <a:buFont typeface="Arial" panose="020B0604020202020204" pitchFamily="34" charset="0"/>
              <a:buChar char="•"/>
            </a:pPr>
            <a:r>
              <a:rPr lang="cs-CZ" b="0" dirty="0"/>
              <a:t>Na tomto příkladě je vidět, že jednotlivé texty jsou pěkně čitelné. Zmíněné parametry textu se dají jednoduše získat, protože Material design definuje velikosti, styly, ...</a:t>
            </a:r>
          </a:p>
          <a:p>
            <a:pPr marL="171450" indent="-171450">
              <a:buFont typeface="Arial" panose="020B0604020202020204" pitchFamily="34" charset="0"/>
              <a:buChar char="•"/>
            </a:pPr>
            <a:endParaRPr lang="en-US" b="0" dirty="0"/>
          </a:p>
          <a:p>
            <a:br>
              <a:rPr lang="en-GB" dirty="0"/>
            </a:br>
            <a:br>
              <a:rPr lang="en-GB" dirty="0"/>
            </a:br>
            <a:endParaRPr lang="cs-CZ" dirty="0"/>
          </a:p>
        </p:txBody>
      </p:sp>
      <p:sp>
        <p:nvSpPr>
          <p:cNvPr id="4" name="Zástupný symbol pro číslo snímku 3">
            <a:extLst>
              <a:ext uri="{FF2B5EF4-FFF2-40B4-BE49-F238E27FC236}">
                <a16:creationId xmlns:a16="http://schemas.microsoft.com/office/drawing/2014/main" id="{0722270C-B30A-7291-7209-0127B79461BC}"/>
              </a:ext>
            </a:extLst>
          </p:cNvPr>
          <p:cNvSpPr>
            <a:spLocks noGrp="1"/>
          </p:cNvSpPr>
          <p:nvPr>
            <p:ph type="sldNum" sz="quarter" idx="10"/>
          </p:nvPr>
        </p:nvSpPr>
        <p:spPr/>
        <p:txBody>
          <a:bodyPr/>
          <a:lstStyle/>
          <a:p>
            <a:fld id="{511FA9D6-BDC7-4110-B055-029A3A5CC98B}" type="slidenum">
              <a:rPr lang="cs-CZ" altLang="cs-CZ" smtClean="0"/>
              <a:pPr/>
              <a:t>11</a:t>
            </a:fld>
            <a:endParaRPr lang="cs-CZ" altLang="cs-CZ"/>
          </a:p>
        </p:txBody>
      </p:sp>
    </p:spTree>
    <p:extLst>
      <p:ext uri="{BB962C8B-B14F-4D97-AF65-F5344CB8AC3E}">
        <p14:creationId xmlns:p14="http://schemas.microsoft.com/office/powerpoint/2010/main" val="9710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3B397-1E72-D809-E19C-11F19A80D5C5}"/>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5C44E86A-E6EB-BC44-E67E-C9B2D918532B}"/>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C9CC2FE7-A7B8-C503-065E-AB8CF80A8C1E}"/>
              </a:ext>
            </a:extLst>
          </p:cNvPr>
          <p:cNvSpPr>
            <a:spLocks noGrp="1"/>
          </p:cNvSpPr>
          <p:nvPr>
            <p:ph type="body" idx="1"/>
          </p:nvPr>
        </p:nvSpPr>
        <p:spPr/>
        <p:txBody>
          <a:bodyPr/>
          <a:lstStyle/>
          <a:p>
            <a:pPr marL="171450" indent="-171450" algn="l">
              <a:buFont typeface="Arial" panose="020B0604020202020204" pitchFamily="34" charset="0"/>
              <a:buChar char="•"/>
            </a:pPr>
            <a:r>
              <a:rPr lang="en-US" dirty="0" err="1"/>
              <a:t>Místo</a:t>
            </a:r>
            <a:r>
              <a:rPr lang="en-US" dirty="0"/>
              <a:t> toho </a:t>
            </a:r>
            <a:r>
              <a:rPr lang="en-US" dirty="0" err="1"/>
              <a:t>použijte</a:t>
            </a:r>
            <a:r>
              <a:rPr lang="en-US" dirty="0"/>
              <a:t> pro </a:t>
            </a:r>
            <a:r>
              <a:rPr lang="en-US" dirty="0" err="1"/>
              <a:t>popisek</a:t>
            </a:r>
            <a:r>
              <a:rPr lang="en-US" dirty="0"/>
              <a:t> </a:t>
            </a:r>
            <a:r>
              <a:rPr lang="en-US" dirty="0" err="1"/>
              <a:t>písmo</a:t>
            </a:r>
            <a:r>
              <a:rPr lang="en-US" dirty="0"/>
              <a:t> s </a:t>
            </a:r>
            <a:r>
              <a:rPr lang="en-US" dirty="0" err="1"/>
              <a:t>patkami</a:t>
            </a:r>
            <a:r>
              <a:rPr lang="en-US" dirty="0"/>
              <a:t> (serif).</a:t>
            </a:r>
            <a:endParaRPr lang="cs-CZ" dirty="0"/>
          </a:p>
          <a:p>
            <a:pPr marL="171450" indent="-171450" algn="l">
              <a:buFont typeface="Arial" panose="020B0604020202020204" pitchFamily="34" charset="0"/>
              <a:buChar char="•"/>
            </a:pPr>
            <a:r>
              <a:rPr lang="en-US" dirty="0" err="1"/>
              <a:t>Písma</a:t>
            </a:r>
            <a:r>
              <a:rPr lang="en-US" dirty="0"/>
              <a:t> s </a:t>
            </a:r>
            <a:r>
              <a:rPr lang="en-US" dirty="0" err="1"/>
              <a:t>patkami</a:t>
            </a:r>
            <a:r>
              <a:rPr lang="en-US" dirty="0"/>
              <a:t> </a:t>
            </a:r>
            <a:r>
              <a:rPr lang="en-US" dirty="0" err="1"/>
              <a:t>mají</a:t>
            </a:r>
            <a:r>
              <a:rPr lang="en-US" dirty="0"/>
              <a:t> </a:t>
            </a:r>
            <a:r>
              <a:rPr lang="en-US" dirty="0" err="1"/>
              <a:t>drobné</a:t>
            </a:r>
            <a:r>
              <a:rPr lang="en-US" dirty="0"/>
              <a:t> </a:t>
            </a:r>
            <a:r>
              <a:rPr lang="en-US" dirty="0" err="1"/>
              <a:t>zakončení</a:t>
            </a:r>
            <a:r>
              <a:rPr lang="en-US" dirty="0"/>
              <a:t> (</a:t>
            </a:r>
            <a:r>
              <a:rPr lang="en-US" dirty="0" err="1"/>
              <a:t>tzv</a:t>
            </a:r>
            <a:r>
              <a:rPr lang="en-US" dirty="0"/>
              <a:t>. </a:t>
            </a:r>
            <a:r>
              <a:rPr lang="en-US" dirty="0" err="1"/>
              <a:t>patky</a:t>
            </a:r>
            <a:r>
              <a:rPr lang="en-US" dirty="0"/>
              <a:t>) </a:t>
            </a:r>
            <a:r>
              <a:rPr lang="en-US" dirty="0" err="1"/>
              <a:t>na</a:t>
            </a:r>
            <a:r>
              <a:rPr lang="en-US" dirty="0"/>
              <a:t> </a:t>
            </a:r>
            <a:r>
              <a:rPr lang="en-US" dirty="0" err="1"/>
              <a:t>koncích</a:t>
            </a:r>
            <a:r>
              <a:rPr lang="en-US" dirty="0"/>
              <a:t> </a:t>
            </a:r>
            <a:r>
              <a:rPr lang="en-US" dirty="0" err="1"/>
              <a:t>tahů</a:t>
            </a:r>
            <a:r>
              <a:rPr lang="cs-CZ" dirty="0"/>
              <a:t> jednotlivých</a:t>
            </a:r>
            <a:r>
              <a:rPr lang="en-US" dirty="0"/>
              <a:t> </a:t>
            </a:r>
            <a:r>
              <a:rPr lang="en-US" dirty="0" err="1"/>
              <a:t>písmen</a:t>
            </a:r>
            <a:r>
              <a:rPr lang="en-US" dirty="0"/>
              <a:t>, </a:t>
            </a:r>
            <a:r>
              <a:rPr lang="en-US" dirty="0" err="1"/>
              <a:t>což</a:t>
            </a:r>
            <a:r>
              <a:rPr lang="en-US" dirty="0"/>
              <a:t> </a:t>
            </a:r>
            <a:r>
              <a:rPr lang="en-US" dirty="0" err="1"/>
              <a:t>pomáhá</a:t>
            </a:r>
            <a:r>
              <a:rPr lang="en-US" dirty="0"/>
              <a:t> </a:t>
            </a:r>
            <a:r>
              <a:rPr lang="en-US" dirty="0" err="1"/>
              <a:t>vést</a:t>
            </a:r>
            <a:r>
              <a:rPr lang="cs-CZ" dirty="0"/>
              <a:t> lisdké</a:t>
            </a:r>
            <a:r>
              <a:rPr lang="en-US" dirty="0"/>
              <a:t> </a:t>
            </a:r>
            <a:r>
              <a:rPr lang="en-US" dirty="0" err="1"/>
              <a:t>oči</a:t>
            </a:r>
            <a:r>
              <a:rPr lang="en-US" dirty="0"/>
              <a:t> </a:t>
            </a:r>
            <a:r>
              <a:rPr lang="en-US" dirty="0" err="1"/>
              <a:t>při</a:t>
            </a:r>
            <a:r>
              <a:rPr lang="en-US" dirty="0"/>
              <a:t> </a:t>
            </a:r>
            <a:r>
              <a:rPr lang="en-US" dirty="0" err="1"/>
              <a:t>čtení</a:t>
            </a:r>
            <a:r>
              <a:rPr lang="en-US" dirty="0"/>
              <a:t> a </a:t>
            </a:r>
            <a:r>
              <a:rPr lang="en-US" dirty="0" err="1"/>
              <a:t>zlepšuje</a:t>
            </a:r>
            <a:r>
              <a:rPr lang="en-US" dirty="0"/>
              <a:t> </a:t>
            </a:r>
            <a:r>
              <a:rPr lang="en-US" dirty="0" err="1"/>
              <a:t>čitelnost</a:t>
            </a:r>
            <a:r>
              <a:rPr lang="en-US" dirty="0"/>
              <a:t>, </a:t>
            </a:r>
            <a:r>
              <a:rPr lang="en-US" dirty="0" err="1"/>
              <a:t>zejména</a:t>
            </a:r>
            <a:r>
              <a:rPr lang="en-US" dirty="0"/>
              <a:t> u </a:t>
            </a:r>
            <a:r>
              <a:rPr lang="en-US" dirty="0" err="1"/>
              <a:t>malých</a:t>
            </a:r>
            <a:r>
              <a:rPr lang="en-US" dirty="0"/>
              <a:t> </a:t>
            </a:r>
            <a:r>
              <a:rPr lang="en-US" dirty="0" err="1"/>
              <a:t>velikostí</a:t>
            </a:r>
            <a:r>
              <a:rPr lang="en-US" dirty="0"/>
              <a:t> </a:t>
            </a:r>
            <a:r>
              <a:rPr lang="en-US" dirty="0" err="1"/>
              <a:t>textu</a:t>
            </a:r>
            <a:r>
              <a:rPr lang="en-US" dirty="0"/>
              <a:t>, </a:t>
            </a:r>
            <a:r>
              <a:rPr lang="en-US" dirty="0" err="1"/>
              <a:t>jako</a:t>
            </a:r>
            <a:r>
              <a:rPr lang="en-US" dirty="0"/>
              <a:t> </a:t>
            </a:r>
            <a:r>
              <a:rPr lang="en-US" dirty="0" err="1"/>
              <a:t>jsou</a:t>
            </a:r>
            <a:r>
              <a:rPr lang="en-US" dirty="0"/>
              <a:t> </a:t>
            </a:r>
            <a:r>
              <a:rPr lang="en-US" dirty="0" err="1"/>
              <a:t>popisky</a:t>
            </a:r>
            <a:r>
              <a:rPr lang="en-US" dirty="0"/>
              <a:t> (captions)</a:t>
            </a:r>
            <a:r>
              <a:rPr lang="cs-CZ" dirty="0"/>
              <a:t>.</a:t>
            </a:r>
          </a:p>
          <a:p>
            <a:pPr marL="171450" indent="-171450" algn="l">
              <a:buFont typeface="Arial" panose="020B0604020202020204" pitchFamily="34" charset="0"/>
              <a:buChar char="•"/>
            </a:pPr>
            <a:r>
              <a:rPr lang="cs-CZ" dirty="0"/>
              <a:t>Také tím vizuálně oddělíme jednotlivé části našich textů, když bezpatkové písmo vhodně kombinujeme s patkovým.</a:t>
            </a:r>
          </a:p>
        </p:txBody>
      </p:sp>
      <p:sp>
        <p:nvSpPr>
          <p:cNvPr id="4" name="Zástupný symbol pro číslo snímku 3">
            <a:extLst>
              <a:ext uri="{FF2B5EF4-FFF2-40B4-BE49-F238E27FC236}">
                <a16:creationId xmlns:a16="http://schemas.microsoft.com/office/drawing/2014/main" id="{D5777B97-C747-75FD-02F2-DECD8E37C315}"/>
              </a:ext>
            </a:extLst>
          </p:cNvPr>
          <p:cNvSpPr>
            <a:spLocks noGrp="1"/>
          </p:cNvSpPr>
          <p:nvPr>
            <p:ph type="sldNum" sz="quarter" idx="10"/>
          </p:nvPr>
        </p:nvSpPr>
        <p:spPr/>
        <p:txBody>
          <a:bodyPr/>
          <a:lstStyle/>
          <a:p>
            <a:fld id="{511FA9D6-BDC7-4110-B055-029A3A5CC98B}" type="slidenum">
              <a:rPr lang="cs-CZ" altLang="cs-CZ" smtClean="0"/>
              <a:pPr/>
              <a:t>12</a:t>
            </a:fld>
            <a:endParaRPr lang="cs-CZ" altLang="cs-CZ"/>
          </a:p>
        </p:txBody>
      </p:sp>
    </p:spTree>
    <p:extLst>
      <p:ext uri="{BB962C8B-B14F-4D97-AF65-F5344CB8AC3E}">
        <p14:creationId xmlns:p14="http://schemas.microsoft.com/office/powerpoint/2010/main" val="2854272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D7E9-4073-3C8D-FD50-E4A578C5C3A5}"/>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E37C5749-BC76-1BC5-B6E8-C172EC3350AB}"/>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9FD2C5D8-7601-8355-DE30-2C9D2257FCDD}"/>
              </a:ext>
            </a:extLst>
          </p:cNvPr>
          <p:cNvSpPr>
            <a:spLocks noGrp="1"/>
          </p:cNvSpPr>
          <p:nvPr>
            <p:ph type="body" idx="1"/>
          </p:nvPr>
        </p:nvSpPr>
        <p:spPr/>
        <p:txBody>
          <a:bodyPr/>
          <a:lstStyle/>
          <a:p>
            <a:pPr marL="171450" indent="-171450" algn="l">
              <a:buFont typeface="Arial" panose="020B0604020202020204" pitchFamily="34" charset="0"/>
              <a:buChar char="•"/>
            </a:pPr>
            <a:r>
              <a:rPr lang="en-US" dirty="0" err="1"/>
              <a:t>Místo</a:t>
            </a:r>
            <a:r>
              <a:rPr lang="en-US" dirty="0"/>
              <a:t> toho </a:t>
            </a:r>
            <a:r>
              <a:rPr lang="en-US" dirty="0" err="1"/>
              <a:t>použijte</a:t>
            </a:r>
            <a:r>
              <a:rPr lang="en-US" dirty="0"/>
              <a:t> pro </a:t>
            </a:r>
            <a:r>
              <a:rPr lang="en-US" dirty="0" err="1"/>
              <a:t>popisek</a:t>
            </a:r>
            <a:r>
              <a:rPr lang="en-US" dirty="0"/>
              <a:t> </a:t>
            </a:r>
            <a:r>
              <a:rPr lang="en-US" dirty="0" err="1"/>
              <a:t>písmo</a:t>
            </a:r>
            <a:r>
              <a:rPr lang="en-US" dirty="0"/>
              <a:t> s </a:t>
            </a:r>
            <a:r>
              <a:rPr lang="en-US" dirty="0" err="1"/>
              <a:t>patkami</a:t>
            </a:r>
            <a:r>
              <a:rPr lang="en-US" dirty="0"/>
              <a:t> (serif).</a:t>
            </a:r>
            <a:endParaRPr lang="cs-CZ" dirty="0"/>
          </a:p>
          <a:p>
            <a:pPr marL="171450" indent="-171450" algn="l">
              <a:buFont typeface="Arial" panose="020B0604020202020204" pitchFamily="34" charset="0"/>
              <a:buChar char="•"/>
            </a:pPr>
            <a:r>
              <a:rPr lang="en-US" dirty="0" err="1"/>
              <a:t>Písma</a:t>
            </a:r>
            <a:r>
              <a:rPr lang="en-US" dirty="0"/>
              <a:t> s </a:t>
            </a:r>
            <a:r>
              <a:rPr lang="en-US" dirty="0" err="1"/>
              <a:t>patkami</a:t>
            </a:r>
            <a:r>
              <a:rPr lang="en-US" dirty="0"/>
              <a:t> </a:t>
            </a:r>
            <a:r>
              <a:rPr lang="en-US" dirty="0" err="1"/>
              <a:t>mají</a:t>
            </a:r>
            <a:r>
              <a:rPr lang="en-US" dirty="0"/>
              <a:t> </a:t>
            </a:r>
            <a:r>
              <a:rPr lang="en-US" dirty="0" err="1"/>
              <a:t>drobné</a:t>
            </a:r>
            <a:r>
              <a:rPr lang="en-US" dirty="0"/>
              <a:t> </a:t>
            </a:r>
            <a:r>
              <a:rPr lang="en-US" dirty="0" err="1"/>
              <a:t>zakončení</a:t>
            </a:r>
            <a:r>
              <a:rPr lang="en-US" dirty="0"/>
              <a:t> (</a:t>
            </a:r>
            <a:r>
              <a:rPr lang="en-US" dirty="0" err="1"/>
              <a:t>tzv</a:t>
            </a:r>
            <a:r>
              <a:rPr lang="en-US" dirty="0"/>
              <a:t>. </a:t>
            </a:r>
            <a:r>
              <a:rPr lang="en-US" dirty="0" err="1"/>
              <a:t>patky</a:t>
            </a:r>
            <a:r>
              <a:rPr lang="en-US" dirty="0"/>
              <a:t>) </a:t>
            </a:r>
            <a:r>
              <a:rPr lang="en-US" dirty="0" err="1"/>
              <a:t>na</a:t>
            </a:r>
            <a:r>
              <a:rPr lang="en-US" dirty="0"/>
              <a:t> </a:t>
            </a:r>
            <a:r>
              <a:rPr lang="en-US" dirty="0" err="1"/>
              <a:t>koncích</a:t>
            </a:r>
            <a:r>
              <a:rPr lang="en-US" dirty="0"/>
              <a:t> </a:t>
            </a:r>
            <a:r>
              <a:rPr lang="en-US" dirty="0" err="1"/>
              <a:t>tahů</a:t>
            </a:r>
            <a:r>
              <a:rPr lang="cs-CZ" dirty="0"/>
              <a:t> jednotlivých</a:t>
            </a:r>
            <a:r>
              <a:rPr lang="en-US" dirty="0"/>
              <a:t> </a:t>
            </a:r>
            <a:r>
              <a:rPr lang="en-US" dirty="0" err="1"/>
              <a:t>písmen</a:t>
            </a:r>
            <a:r>
              <a:rPr lang="en-US" dirty="0"/>
              <a:t>, </a:t>
            </a:r>
            <a:r>
              <a:rPr lang="en-US" dirty="0" err="1"/>
              <a:t>což</a:t>
            </a:r>
            <a:r>
              <a:rPr lang="en-US" dirty="0"/>
              <a:t> </a:t>
            </a:r>
            <a:r>
              <a:rPr lang="en-US" dirty="0" err="1"/>
              <a:t>pomáhá</a:t>
            </a:r>
            <a:r>
              <a:rPr lang="en-US" dirty="0"/>
              <a:t> </a:t>
            </a:r>
            <a:r>
              <a:rPr lang="en-US" dirty="0" err="1"/>
              <a:t>vést</a:t>
            </a:r>
            <a:r>
              <a:rPr lang="cs-CZ" dirty="0"/>
              <a:t> lisdké</a:t>
            </a:r>
            <a:r>
              <a:rPr lang="en-US" dirty="0"/>
              <a:t> </a:t>
            </a:r>
            <a:r>
              <a:rPr lang="en-US" dirty="0" err="1"/>
              <a:t>oči</a:t>
            </a:r>
            <a:r>
              <a:rPr lang="en-US" dirty="0"/>
              <a:t> </a:t>
            </a:r>
            <a:r>
              <a:rPr lang="en-US" dirty="0" err="1"/>
              <a:t>při</a:t>
            </a:r>
            <a:r>
              <a:rPr lang="en-US" dirty="0"/>
              <a:t> </a:t>
            </a:r>
            <a:r>
              <a:rPr lang="en-US" dirty="0" err="1"/>
              <a:t>čtení</a:t>
            </a:r>
            <a:r>
              <a:rPr lang="en-US" dirty="0"/>
              <a:t> a </a:t>
            </a:r>
            <a:r>
              <a:rPr lang="en-US" dirty="0" err="1"/>
              <a:t>zlepšuje</a:t>
            </a:r>
            <a:r>
              <a:rPr lang="en-US" dirty="0"/>
              <a:t> </a:t>
            </a:r>
            <a:r>
              <a:rPr lang="en-US" dirty="0" err="1"/>
              <a:t>čitelnost</a:t>
            </a:r>
            <a:r>
              <a:rPr lang="en-US" dirty="0"/>
              <a:t>, </a:t>
            </a:r>
            <a:r>
              <a:rPr lang="en-US" dirty="0" err="1"/>
              <a:t>zejména</a:t>
            </a:r>
            <a:r>
              <a:rPr lang="en-US" dirty="0"/>
              <a:t> u </a:t>
            </a:r>
            <a:r>
              <a:rPr lang="en-US" dirty="0" err="1"/>
              <a:t>malých</a:t>
            </a:r>
            <a:r>
              <a:rPr lang="en-US" dirty="0"/>
              <a:t> </a:t>
            </a:r>
            <a:r>
              <a:rPr lang="en-US" dirty="0" err="1"/>
              <a:t>velikostí</a:t>
            </a:r>
            <a:r>
              <a:rPr lang="en-US" dirty="0"/>
              <a:t> </a:t>
            </a:r>
            <a:r>
              <a:rPr lang="en-US" dirty="0" err="1"/>
              <a:t>textu</a:t>
            </a:r>
            <a:r>
              <a:rPr lang="en-US" dirty="0"/>
              <a:t>, </a:t>
            </a:r>
            <a:r>
              <a:rPr lang="en-US" dirty="0" err="1"/>
              <a:t>jako</a:t>
            </a:r>
            <a:r>
              <a:rPr lang="en-US" dirty="0"/>
              <a:t> </a:t>
            </a:r>
            <a:r>
              <a:rPr lang="en-US" dirty="0" err="1"/>
              <a:t>jsou</a:t>
            </a:r>
            <a:r>
              <a:rPr lang="en-US" dirty="0"/>
              <a:t> </a:t>
            </a:r>
            <a:r>
              <a:rPr lang="en-US" dirty="0" err="1"/>
              <a:t>popisky</a:t>
            </a:r>
            <a:r>
              <a:rPr lang="en-US" dirty="0"/>
              <a:t> (captions)</a:t>
            </a:r>
            <a:r>
              <a:rPr lang="cs-CZ" dirty="0"/>
              <a:t>.</a:t>
            </a:r>
          </a:p>
          <a:p>
            <a:pPr marL="171450" indent="-171450" algn="l">
              <a:buFont typeface="Arial" panose="020B0604020202020204" pitchFamily="34" charset="0"/>
              <a:buChar char="•"/>
            </a:pPr>
            <a:r>
              <a:rPr lang="cs-CZ" dirty="0"/>
              <a:t>Také tím vizuálně oddělíme jednotlivé části našich textů, když bezpatkové písmo vhodně kombinujeme s patkovým.</a:t>
            </a:r>
          </a:p>
        </p:txBody>
      </p:sp>
      <p:sp>
        <p:nvSpPr>
          <p:cNvPr id="4" name="Zástupný symbol pro číslo snímku 3">
            <a:extLst>
              <a:ext uri="{FF2B5EF4-FFF2-40B4-BE49-F238E27FC236}">
                <a16:creationId xmlns:a16="http://schemas.microsoft.com/office/drawing/2014/main" id="{03B6BDA0-039A-F9CA-6973-D50C9E59B995}"/>
              </a:ext>
            </a:extLst>
          </p:cNvPr>
          <p:cNvSpPr>
            <a:spLocks noGrp="1"/>
          </p:cNvSpPr>
          <p:nvPr>
            <p:ph type="sldNum" sz="quarter" idx="10"/>
          </p:nvPr>
        </p:nvSpPr>
        <p:spPr/>
        <p:txBody>
          <a:bodyPr/>
          <a:lstStyle/>
          <a:p>
            <a:fld id="{511FA9D6-BDC7-4110-B055-029A3A5CC98B}" type="slidenum">
              <a:rPr lang="cs-CZ" altLang="cs-CZ" smtClean="0"/>
              <a:pPr/>
              <a:t>13</a:t>
            </a:fld>
            <a:endParaRPr lang="cs-CZ" altLang="cs-CZ"/>
          </a:p>
        </p:txBody>
      </p:sp>
    </p:spTree>
    <p:extLst>
      <p:ext uri="{BB962C8B-B14F-4D97-AF65-F5344CB8AC3E}">
        <p14:creationId xmlns:p14="http://schemas.microsoft.com/office/powerpoint/2010/main" val="2024308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0888C-4AEE-D73C-7DDC-2D9F5C08EAE0}"/>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56A0DDB0-7FC6-FA0E-E65B-B616DCEC854A}"/>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E129BB97-63AA-C62A-534A-7709FEC9309D}"/>
              </a:ext>
            </a:extLst>
          </p:cNvPr>
          <p:cNvSpPr>
            <a:spLocks noGrp="1"/>
          </p:cNvSpPr>
          <p:nvPr>
            <p:ph type="body" idx="1"/>
          </p:nvPr>
        </p:nvSpPr>
        <p:spPr/>
        <p:txBody>
          <a:bodyPr/>
          <a:lstStyle/>
          <a:p>
            <a:pPr marL="171450" indent="-171450" algn="l">
              <a:buFont typeface="Arial" panose="020B0604020202020204" pitchFamily="34" charset="0"/>
              <a:buChar char="•"/>
            </a:pPr>
            <a:r>
              <a:rPr lang="cs-CZ" dirty="0"/>
              <a:t>Proto by tlačítka měla mít jednoduchý a snadnočitelný font. </a:t>
            </a:r>
          </a:p>
        </p:txBody>
      </p:sp>
      <p:sp>
        <p:nvSpPr>
          <p:cNvPr id="4" name="Zástupný symbol pro číslo snímku 3">
            <a:extLst>
              <a:ext uri="{FF2B5EF4-FFF2-40B4-BE49-F238E27FC236}">
                <a16:creationId xmlns:a16="http://schemas.microsoft.com/office/drawing/2014/main" id="{C5DD755F-9941-F4C0-D5DC-2908EEB47098}"/>
              </a:ext>
            </a:extLst>
          </p:cNvPr>
          <p:cNvSpPr>
            <a:spLocks noGrp="1"/>
          </p:cNvSpPr>
          <p:nvPr>
            <p:ph type="sldNum" sz="quarter" idx="10"/>
          </p:nvPr>
        </p:nvSpPr>
        <p:spPr/>
        <p:txBody>
          <a:bodyPr/>
          <a:lstStyle/>
          <a:p>
            <a:fld id="{511FA9D6-BDC7-4110-B055-029A3A5CC98B}" type="slidenum">
              <a:rPr lang="cs-CZ" altLang="cs-CZ" smtClean="0"/>
              <a:pPr/>
              <a:t>14</a:t>
            </a:fld>
            <a:endParaRPr lang="cs-CZ" altLang="cs-CZ"/>
          </a:p>
        </p:txBody>
      </p:sp>
    </p:spTree>
    <p:extLst>
      <p:ext uri="{BB962C8B-B14F-4D97-AF65-F5344CB8AC3E}">
        <p14:creationId xmlns:p14="http://schemas.microsoft.com/office/powerpoint/2010/main" val="3939799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A2CB4-F550-F364-AFFA-2A2A4547EC91}"/>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13D3E7EF-485C-C14E-14EB-ADF2B6EE2D18}"/>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336A0ADC-E6D1-8D76-4FFD-808B0AF72347}"/>
              </a:ext>
            </a:extLst>
          </p:cNvPr>
          <p:cNvSpPr>
            <a:spLocks noGrp="1"/>
          </p:cNvSpPr>
          <p:nvPr>
            <p:ph type="body" idx="1"/>
          </p:nvPr>
        </p:nvSpPr>
        <p:spPr/>
        <p:txBody>
          <a:bodyPr/>
          <a:lstStyle/>
          <a:p>
            <a:pPr marL="171450" indent="-171450" algn="l">
              <a:buFont typeface="Arial" panose="020B0604020202020204" pitchFamily="34" charset="0"/>
              <a:buChar char="•"/>
            </a:pPr>
            <a:r>
              <a:rPr lang="cs-CZ" dirty="0"/>
              <a:t>Proto by tlačítka měla mít jednoduchý a snadnočitelný font. </a:t>
            </a:r>
          </a:p>
        </p:txBody>
      </p:sp>
      <p:sp>
        <p:nvSpPr>
          <p:cNvPr id="4" name="Zástupný symbol pro číslo snímku 3">
            <a:extLst>
              <a:ext uri="{FF2B5EF4-FFF2-40B4-BE49-F238E27FC236}">
                <a16:creationId xmlns:a16="http://schemas.microsoft.com/office/drawing/2014/main" id="{01F20E2B-7E67-01AA-4AFD-37798184AF3D}"/>
              </a:ext>
            </a:extLst>
          </p:cNvPr>
          <p:cNvSpPr>
            <a:spLocks noGrp="1"/>
          </p:cNvSpPr>
          <p:nvPr>
            <p:ph type="sldNum" sz="quarter" idx="10"/>
          </p:nvPr>
        </p:nvSpPr>
        <p:spPr/>
        <p:txBody>
          <a:bodyPr/>
          <a:lstStyle/>
          <a:p>
            <a:fld id="{511FA9D6-BDC7-4110-B055-029A3A5CC98B}" type="slidenum">
              <a:rPr lang="cs-CZ" altLang="cs-CZ" smtClean="0"/>
              <a:pPr/>
              <a:t>15</a:t>
            </a:fld>
            <a:endParaRPr lang="cs-CZ" altLang="cs-CZ"/>
          </a:p>
        </p:txBody>
      </p:sp>
    </p:spTree>
    <p:extLst>
      <p:ext uri="{BB962C8B-B14F-4D97-AF65-F5344CB8AC3E}">
        <p14:creationId xmlns:p14="http://schemas.microsoft.com/office/powerpoint/2010/main" val="3015612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41321-73EC-C938-1046-A117F5DAC295}"/>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5EE78476-0B8D-C511-953D-422D9915F933}"/>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5A9588F2-CF1C-EE9B-C874-6119E09225F9}"/>
              </a:ext>
            </a:extLst>
          </p:cNvPr>
          <p:cNvSpPr>
            <a:spLocks noGrp="1"/>
          </p:cNvSpPr>
          <p:nvPr>
            <p:ph type="body" idx="1"/>
          </p:nvPr>
        </p:nvSpPr>
        <p:spPr/>
        <p:txBody>
          <a:bodyPr/>
          <a:lstStyle/>
          <a:p>
            <a:pPr marL="171450" indent="-171450" algn="l">
              <a:buFont typeface="Arial" panose="020B0604020202020204" pitchFamily="34" charset="0"/>
              <a:buChar char="•"/>
            </a:pPr>
            <a:r>
              <a:rPr lang="cs-CZ" dirty="0"/>
              <a:t>Nyní si ukážeme jak neformátovat delší texty, odstavce, ... </a:t>
            </a:r>
          </a:p>
          <a:p>
            <a:pPr marL="171450" indent="-171450" algn="l">
              <a:buFont typeface="Arial" panose="020B0604020202020204" pitchFamily="34" charset="0"/>
              <a:buChar char="•"/>
            </a:pPr>
            <a:r>
              <a:rPr lang="en-US" dirty="0" err="1"/>
              <a:t>Vyvarujte</a:t>
            </a:r>
            <a:r>
              <a:rPr lang="en-US" dirty="0"/>
              <a:t> se </a:t>
            </a:r>
            <a:r>
              <a:rPr lang="en-US" dirty="0" err="1"/>
              <a:t>ponechávání</a:t>
            </a:r>
            <a:r>
              <a:rPr lang="en-US" dirty="0"/>
              <a:t> </a:t>
            </a:r>
            <a:r>
              <a:rPr lang="en-US" dirty="0" err="1"/>
              <a:t>velkých</a:t>
            </a:r>
            <a:r>
              <a:rPr lang="en-US" dirty="0"/>
              <a:t> </a:t>
            </a:r>
            <a:r>
              <a:rPr lang="en-US" dirty="0" err="1"/>
              <a:t>mezer</a:t>
            </a:r>
            <a:r>
              <a:rPr lang="en-US" dirty="0"/>
              <a:t> a </a:t>
            </a:r>
            <a:r>
              <a:rPr lang="en-US" dirty="0" err="1"/>
              <a:t>osamocených</a:t>
            </a:r>
            <a:r>
              <a:rPr lang="en-US" dirty="0"/>
              <a:t> </a:t>
            </a:r>
            <a:r>
              <a:rPr lang="en-US" dirty="0" err="1"/>
              <a:t>slov</a:t>
            </a:r>
            <a:r>
              <a:rPr lang="en-US" dirty="0"/>
              <a:t> </a:t>
            </a:r>
            <a:r>
              <a:rPr lang="en-US" dirty="0" err="1"/>
              <a:t>na</a:t>
            </a:r>
            <a:r>
              <a:rPr lang="en-US" dirty="0"/>
              <a:t> </a:t>
            </a:r>
            <a:r>
              <a:rPr lang="en-US" dirty="0" err="1"/>
              <a:t>řádku</a:t>
            </a:r>
            <a:r>
              <a:rPr lang="en-US" dirty="0"/>
              <a:t>. </a:t>
            </a:r>
            <a:endParaRPr lang="cs-CZ" dirty="0"/>
          </a:p>
          <a:p>
            <a:pPr marL="171450" indent="-171450" algn="l">
              <a:buFont typeface="Arial" panose="020B0604020202020204" pitchFamily="34" charset="0"/>
              <a:buChar char="•"/>
            </a:pPr>
            <a:r>
              <a:rPr lang="en-US" dirty="0" err="1"/>
              <a:t>Snažte</a:t>
            </a:r>
            <a:r>
              <a:rPr lang="en-US" dirty="0"/>
              <a:t> se </a:t>
            </a:r>
            <a:r>
              <a:rPr lang="en-US" dirty="0" err="1"/>
              <a:t>nenechávat</a:t>
            </a:r>
            <a:r>
              <a:rPr lang="en-US" dirty="0"/>
              <a:t> </a:t>
            </a:r>
            <a:r>
              <a:rPr lang="en-US" dirty="0" err="1"/>
              <a:t>na</a:t>
            </a:r>
            <a:r>
              <a:rPr lang="en-US" dirty="0"/>
              <a:t> </a:t>
            </a:r>
            <a:r>
              <a:rPr lang="en-US" dirty="0" err="1"/>
              <a:t>konci</a:t>
            </a:r>
            <a:r>
              <a:rPr lang="en-US" dirty="0"/>
              <a:t> </a:t>
            </a:r>
            <a:r>
              <a:rPr lang="en-US" dirty="0" err="1"/>
              <a:t>řádku</a:t>
            </a:r>
            <a:r>
              <a:rPr lang="en-US" dirty="0"/>
              <a:t> </a:t>
            </a:r>
            <a:r>
              <a:rPr lang="en-US" dirty="0" err="1"/>
              <a:t>velmi</a:t>
            </a:r>
            <a:r>
              <a:rPr lang="en-US" dirty="0"/>
              <a:t> </a:t>
            </a:r>
            <a:r>
              <a:rPr lang="en-US" dirty="0" err="1"/>
              <a:t>krátká</a:t>
            </a:r>
            <a:r>
              <a:rPr lang="en-US" dirty="0"/>
              <a:t> </a:t>
            </a:r>
            <a:r>
              <a:rPr lang="en-US" dirty="0" err="1"/>
              <a:t>slova</a:t>
            </a:r>
            <a:r>
              <a:rPr lang="en-US" dirty="0"/>
              <a:t>, </a:t>
            </a:r>
            <a:r>
              <a:rPr lang="en-US" dirty="0" err="1"/>
              <a:t>jako</a:t>
            </a:r>
            <a:r>
              <a:rPr lang="en-US" dirty="0"/>
              <a:t> </a:t>
            </a:r>
            <a:r>
              <a:rPr lang="en-US" dirty="0" err="1"/>
              <a:t>jsou</a:t>
            </a:r>
            <a:r>
              <a:rPr lang="en-US" dirty="0"/>
              <a:t> </a:t>
            </a:r>
            <a:r>
              <a:rPr lang="en-US" dirty="0" err="1"/>
              <a:t>předložky</a:t>
            </a:r>
            <a:r>
              <a:rPr lang="en-US" dirty="0"/>
              <a:t>. </a:t>
            </a:r>
            <a:endParaRPr lang="cs-CZ" dirty="0"/>
          </a:p>
          <a:p>
            <a:pPr marL="171450" indent="-171450" algn="l">
              <a:buFont typeface="Arial" panose="020B0604020202020204" pitchFamily="34" charset="0"/>
              <a:buChar char="•"/>
            </a:pPr>
            <a:r>
              <a:rPr lang="en-US" dirty="0" err="1"/>
              <a:t>Pečlivě</a:t>
            </a:r>
            <a:r>
              <a:rPr lang="en-US" dirty="0"/>
              <a:t> </a:t>
            </a:r>
            <a:r>
              <a:rPr lang="en-US" dirty="0" err="1"/>
              <a:t>zvolenými</a:t>
            </a:r>
            <a:r>
              <a:rPr lang="en-US" dirty="0"/>
              <a:t> </a:t>
            </a:r>
            <a:r>
              <a:rPr lang="en-US" dirty="0" err="1"/>
              <a:t>zalomeními</a:t>
            </a:r>
            <a:r>
              <a:rPr lang="en-US" dirty="0"/>
              <a:t> </a:t>
            </a:r>
            <a:r>
              <a:rPr lang="en-US" dirty="0" err="1"/>
              <a:t>řádků</a:t>
            </a:r>
            <a:r>
              <a:rPr lang="en-US" dirty="0"/>
              <a:t> </a:t>
            </a:r>
            <a:r>
              <a:rPr lang="en-US" dirty="0" err="1"/>
              <a:t>lze</a:t>
            </a:r>
            <a:r>
              <a:rPr lang="en-US" dirty="0"/>
              <a:t> </a:t>
            </a:r>
            <a:r>
              <a:rPr lang="en-US" dirty="0" err="1"/>
              <a:t>zcela</a:t>
            </a:r>
            <a:r>
              <a:rPr lang="en-US" dirty="0"/>
              <a:t> </a:t>
            </a:r>
            <a:r>
              <a:rPr lang="en-US" dirty="0" err="1"/>
              <a:t>předejít</a:t>
            </a:r>
            <a:r>
              <a:rPr lang="en-US" dirty="0"/>
              <a:t> </a:t>
            </a:r>
            <a:r>
              <a:rPr lang="en-US" dirty="0" err="1"/>
              <a:t>rozdělování</a:t>
            </a:r>
            <a:r>
              <a:rPr lang="en-US" dirty="0"/>
              <a:t> </a:t>
            </a:r>
            <a:r>
              <a:rPr lang="en-US" dirty="0" err="1"/>
              <a:t>slov</a:t>
            </a:r>
            <a:r>
              <a:rPr lang="en-US" dirty="0"/>
              <a:t> </a:t>
            </a:r>
            <a:r>
              <a:rPr lang="en-US" dirty="0" err="1"/>
              <a:t>pomocí</a:t>
            </a:r>
            <a:r>
              <a:rPr lang="en-US" dirty="0"/>
              <a:t> </a:t>
            </a:r>
            <a:r>
              <a:rPr lang="en-US" dirty="0" err="1"/>
              <a:t>spojovníků</a:t>
            </a:r>
            <a:r>
              <a:rPr lang="en-US" dirty="0"/>
              <a:t>.</a:t>
            </a:r>
            <a:endParaRPr lang="cs-CZ" dirty="0"/>
          </a:p>
          <a:p>
            <a:pPr marL="171450" indent="-171450" algn="l">
              <a:buFont typeface="Arial" panose="020B0604020202020204" pitchFamily="34" charset="0"/>
              <a:buChar char="•"/>
            </a:pPr>
            <a:endParaRPr lang="cs-CZ" dirty="0"/>
          </a:p>
        </p:txBody>
      </p:sp>
      <p:sp>
        <p:nvSpPr>
          <p:cNvPr id="4" name="Zástupný symbol pro číslo snímku 3">
            <a:extLst>
              <a:ext uri="{FF2B5EF4-FFF2-40B4-BE49-F238E27FC236}">
                <a16:creationId xmlns:a16="http://schemas.microsoft.com/office/drawing/2014/main" id="{96E38880-C083-D1FB-59F0-CF68A8BF1055}"/>
              </a:ext>
            </a:extLst>
          </p:cNvPr>
          <p:cNvSpPr>
            <a:spLocks noGrp="1"/>
          </p:cNvSpPr>
          <p:nvPr>
            <p:ph type="sldNum" sz="quarter" idx="10"/>
          </p:nvPr>
        </p:nvSpPr>
        <p:spPr/>
        <p:txBody>
          <a:bodyPr/>
          <a:lstStyle/>
          <a:p>
            <a:fld id="{511FA9D6-BDC7-4110-B055-029A3A5CC98B}" type="slidenum">
              <a:rPr lang="cs-CZ" altLang="cs-CZ" smtClean="0"/>
              <a:pPr/>
              <a:t>16</a:t>
            </a:fld>
            <a:endParaRPr lang="cs-CZ" altLang="cs-CZ"/>
          </a:p>
        </p:txBody>
      </p:sp>
    </p:spTree>
    <p:extLst>
      <p:ext uri="{BB962C8B-B14F-4D97-AF65-F5344CB8AC3E}">
        <p14:creationId xmlns:p14="http://schemas.microsoft.com/office/powerpoint/2010/main" val="1837177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31AD4-5E71-C413-E8FF-CE0BDC0F9B10}"/>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5F779331-D47B-03F8-7DA8-3573B25D1D8B}"/>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CFFB784C-F147-9DA8-12B6-CCD30B5042B4}"/>
              </a:ext>
            </a:extLst>
          </p:cNvPr>
          <p:cNvSpPr>
            <a:spLocks noGrp="1"/>
          </p:cNvSpPr>
          <p:nvPr>
            <p:ph type="body" idx="1"/>
          </p:nvPr>
        </p:nvSpPr>
        <p:spPr/>
        <p:txBody>
          <a:bodyPr/>
          <a:lstStyle/>
          <a:p>
            <a:pPr marL="171450" indent="-171450" algn="l">
              <a:buFont typeface="Arial" panose="020B0604020202020204" pitchFamily="34" charset="0"/>
              <a:buChar char="•"/>
            </a:pPr>
            <a:r>
              <a:rPr lang="en-US" dirty="0" err="1"/>
              <a:t>Zde</a:t>
            </a:r>
            <a:r>
              <a:rPr lang="en-US" dirty="0"/>
              <a:t> j</a:t>
            </a:r>
            <a:r>
              <a:rPr lang="cs-CZ" dirty="0"/>
              <a:t>sou některá</a:t>
            </a:r>
            <a:r>
              <a:rPr lang="en-US" dirty="0"/>
              <a:t> </a:t>
            </a:r>
            <a:r>
              <a:rPr lang="en-US" dirty="0" err="1"/>
              <a:t>doporučení</a:t>
            </a:r>
            <a:r>
              <a:rPr lang="en-US" dirty="0"/>
              <a:t> od </a:t>
            </a:r>
            <a:r>
              <a:rPr lang="en-US" dirty="0" err="1"/>
              <a:t>Baymard</a:t>
            </a:r>
            <a:r>
              <a:rPr lang="en-US" dirty="0"/>
              <a:t> Institute</a:t>
            </a:r>
            <a:r>
              <a:rPr lang="cs-CZ" dirty="0"/>
              <a:t> (</a:t>
            </a:r>
            <a:r>
              <a:rPr lang="en-US" dirty="0" err="1"/>
              <a:t>výzkumná</a:t>
            </a:r>
            <a:r>
              <a:rPr lang="en-US" dirty="0"/>
              <a:t> </a:t>
            </a:r>
            <a:r>
              <a:rPr lang="en-US" dirty="0" err="1"/>
              <a:t>organizace</a:t>
            </a:r>
            <a:r>
              <a:rPr lang="en-US" dirty="0"/>
              <a:t>, </a:t>
            </a:r>
            <a:r>
              <a:rPr lang="en-US" dirty="0" err="1"/>
              <a:t>která</a:t>
            </a:r>
            <a:r>
              <a:rPr lang="en-US" dirty="0"/>
              <a:t> se </a:t>
            </a:r>
            <a:r>
              <a:rPr lang="en-US" dirty="0" err="1"/>
              <a:t>specializuje</a:t>
            </a:r>
            <a:r>
              <a:rPr lang="en-US" dirty="0"/>
              <a:t> </a:t>
            </a:r>
            <a:r>
              <a:rPr lang="en-US" dirty="0" err="1"/>
              <a:t>na</a:t>
            </a:r>
            <a:r>
              <a:rPr lang="en-US" dirty="0"/>
              <a:t> </a:t>
            </a:r>
            <a:r>
              <a:rPr lang="en-US" dirty="0" err="1"/>
              <a:t>testování</a:t>
            </a:r>
            <a:r>
              <a:rPr lang="en-US" dirty="0"/>
              <a:t> </a:t>
            </a:r>
            <a:r>
              <a:rPr lang="en-US" dirty="0" err="1"/>
              <a:t>použitelnosti</a:t>
            </a:r>
            <a:r>
              <a:rPr lang="en-US" dirty="0"/>
              <a:t> a </a:t>
            </a:r>
            <a:r>
              <a:rPr lang="en-US" dirty="0" err="1"/>
              <a:t>optimalizaci</a:t>
            </a:r>
            <a:r>
              <a:rPr lang="en-US" dirty="0"/>
              <a:t> </a:t>
            </a:r>
            <a:r>
              <a:rPr lang="en-US" dirty="0" err="1"/>
              <a:t>uživatelského</a:t>
            </a:r>
            <a:r>
              <a:rPr lang="en-US" dirty="0"/>
              <a:t> </a:t>
            </a:r>
            <a:r>
              <a:rPr lang="en-US" dirty="0" err="1"/>
              <a:t>zážitku</a:t>
            </a:r>
            <a:r>
              <a:rPr lang="en-US" dirty="0"/>
              <a:t> (UX) pro </a:t>
            </a:r>
            <a:r>
              <a:rPr lang="en-US" dirty="0" err="1"/>
              <a:t>webové</a:t>
            </a:r>
            <a:r>
              <a:rPr lang="en-US" dirty="0"/>
              <a:t> </a:t>
            </a:r>
            <a:r>
              <a:rPr lang="en-US" dirty="0" err="1"/>
              <a:t>stránky</a:t>
            </a:r>
            <a:r>
              <a:rPr lang="en-US" dirty="0"/>
              <a:t> a </a:t>
            </a:r>
            <a:r>
              <a:rPr lang="en-US" dirty="0" err="1"/>
              <a:t>aplikace</a:t>
            </a:r>
            <a:r>
              <a:rPr lang="cs-CZ" dirty="0"/>
              <a:t>)</a:t>
            </a:r>
            <a:r>
              <a:rPr lang="en-US" dirty="0"/>
              <a:t> </a:t>
            </a:r>
            <a:r>
              <a:rPr lang="en-US" dirty="0" err="1"/>
              <a:t>ohledně</a:t>
            </a:r>
            <a:r>
              <a:rPr lang="en-US" dirty="0"/>
              <a:t> </a:t>
            </a:r>
            <a:r>
              <a:rPr lang="en-US" dirty="0" err="1"/>
              <a:t>čitelnosti</a:t>
            </a:r>
            <a:r>
              <a:rPr lang="en-US" dirty="0"/>
              <a:t> a </a:t>
            </a:r>
            <a:r>
              <a:rPr lang="en-US" dirty="0" err="1"/>
              <a:t>délky</a:t>
            </a:r>
            <a:r>
              <a:rPr lang="en-US" dirty="0"/>
              <a:t> </a:t>
            </a:r>
            <a:r>
              <a:rPr lang="en-US" dirty="0" err="1"/>
              <a:t>řádků</a:t>
            </a:r>
            <a:r>
              <a:rPr lang="cs-CZ" dirty="0"/>
              <a:t> v těle.</a:t>
            </a:r>
          </a:p>
          <a:p>
            <a:pPr marL="171450" indent="-171450" algn="l">
              <a:buFont typeface="Arial" panose="020B0604020202020204" pitchFamily="34" charset="0"/>
              <a:buChar char="•"/>
            </a:pPr>
            <a:r>
              <a:rPr lang="en-US" dirty="0"/>
              <a:t>„Pro </a:t>
            </a:r>
            <a:r>
              <a:rPr lang="en-US" dirty="0" err="1"/>
              <a:t>dobrý</a:t>
            </a:r>
            <a:r>
              <a:rPr lang="en-US" dirty="0"/>
              <a:t> </a:t>
            </a:r>
            <a:r>
              <a:rPr lang="en-US" dirty="0" err="1"/>
              <a:t>zážitek</a:t>
            </a:r>
            <a:r>
              <a:rPr lang="en-US" dirty="0"/>
              <a:t> z </a:t>
            </a:r>
            <a:r>
              <a:rPr lang="en-US" dirty="0" err="1"/>
              <a:t>čtení</a:t>
            </a:r>
            <a:r>
              <a:rPr lang="en-US" dirty="0"/>
              <a:t> </a:t>
            </a:r>
            <a:r>
              <a:rPr lang="en-US" dirty="0" err="1"/>
              <a:t>byste</a:t>
            </a:r>
            <a:r>
              <a:rPr lang="en-US" dirty="0"/>
              <a:t> </a:t>
            </a:r>
            <a:r>
              <a:rPr lang="en-US" dirty="0" err="1"/>
              <a:t>měli</a:t>
            </a:r>
            <a:r>
              <a:rPr lang="en-US" dirty="0"/>
              <a:t> </a:t>
            </a:r>
            <a:r>
              <a:rPr lang="en-US" dirty="0" err="1"/>
              <a:t>mít</a:t>
            </a:r>
            <a:r>
              <a:rPr lang="en-US" dirty="0"/>
              <a:t> </a:t>
            </a:r>
            <a:r>
              <a:rPr lang="en-US" dirty="0" err="1"/>
              <a:t>kolem</a:t>
            </a:r>
            <a:r>
              <a:rPr lang="en-US" dirty="0"/>
              <a:t> 60 </a:t>
            </a:r>
            <a:r>
              <a:rPr lang="en-US" dirty="0" err="1"/>
              <a:t>znaků</a:t>
            </a:r>
            <a:r>
              <a:rPr lang="en-US" dirty="0"/>
              <a:t> </a:t>
            </a:r>
            <a:r>
              <a:rPr lang="en-US" dirty="0" err="1"/>
              <a:t>na</a:t>
            </a:r>
            <a:r>
              <a:rPr lang="en-US" dirty="0"/>
              <a:t> </a:t>
            </a:r>
            <a:r>
              <a:rPr lang="en-US" dirty="0" err="1"/>
              <a:t>řádek</a:t>
            </a:r>
            <a:r>
              <a:rPr lang="en-US" dirty="0"/>
              <a:t>. </a:t>
            </a:r>
            <a:r>
              <a:rPr lang="en-US" dirty="0" err="1"/>
              <a:t>Správný</a:t>
            </a:r>
            <a:r>
              <a:rPr lang="en-US" dirty="0"/>
              <a:t> </a:t>
            </a:r>
            <a:r>
              <a:rPr lang="en-US" dirty="0" err="1"/>
              <a:t>počet</a:t>
            </a:r>
            <a:r>
              <a:rPr lang="en-US" dirty="0"/>
              <a:t> </a:t>
            </a:r>
            <a:r>
              <a:rPr lang="en-US" dirty="0" err="1"/>
              <a:t>znaků</a:t>
            </a:r>
            <a:r>
              <a:rPr lang="en-US" dirty="0"/>
              <a:t> </a:t>
            </a:r>
            <a:r>
              <a:rPr lang="en-US" dirty="0" err="1"/>
              <a:t>na</a:t>
            </a:r>
            <a:r>
              <a:rPr lang="en-US" dirty="0"/>
              <a:t> </a:t>
            </a:r>
            <a:r>
              <a:rPr lang="en-US" dirty="0" err="1"/>
              <a:t>každém</a:t>
            </a:r>
            <a:r>
              <a:rPr lang="en-US" dirty="0"/>
              <a:t> </a:t>
            </a:r>
            <a:r>
              <a:rPr lang="en-US" dirty="0" err="1"/>
              <a:t>řádku</a:t>
            </a:r>
            <a:r>
              <a:rPr lang="en-US" dirty="0"/>
              <a:t> je </a:t>
            </a:r>
            <a:r>
              <a:rPr lang="en-US" dirty="0" err="1"/>
              <a:t>klíčový</a:t>
            </a:r>
            <a:r>
              <a:rPr lang="en-US" dirty="0"/>
              <a:t> pro </a:t>
            </a:r>
            <a:r>
              <a:rPr lang="en-US" dirty="0" err="1"/>
              <a:t>čitelnost</a:t>
            </a:r>
            <a:r>
              <a:rPr lang="en-US" dirty="0"/>
              <a:t> </a:t>
            </a:r>
            <a:r>
              <a:rPr lang="en-US" dirty="0" err="1"/>
              <a:t>vašeho</a:t>
            </a:r>
            <a:r>
              <a:rPr lang="en-US" dirty="0"/>
              <a:t> </a:t>
            </a:r>
            <a:r>
              <a:rPr lang="en-US" dirty="0" err="1"/>
              <a:t>textu</a:t>
            </a:r>
            <a:r>
              <a:rPr lang="en-US" dirty="0"/>
              <a:t>.“</a:t>
            </a:r>
            <a:endParaRPr lang="cs-CZ" dirty="0"/>
          </a:p>
          <a:p>
            <a:pPr marL="171450" indent="-171450" algn="l">
              <a:buFont typeface="Arial" panose="020B0604020202020204" pitchFamily="34" charset="0"/>
              <a:buChar char="•"/>
            </a:pPr>
            <a:r>
              <a:rPr lang="en-US" dirty="0"/>
              <a:t>„</a:t>
            </a:r>
            <a:r>
              <a:rPr lang="en-US" dirty="0" err="1"/>
              <a:t>Příliš</a:t>
            </a:r>
            <a:r>
              <a:rPr lang="en-US" dirty="0"/>
              <a:t> </a:t>
            </a:r>
            <a:r>
              <a:rPr lang="en-US" dirty="0" err="1"/>
              <a:t>široké</a:t>
            </a:r>
            <a:r>
              <a:rPr lang="en-US" dirty="0"/>
              <a:t> – </a:t>
            </a:r>
            <a:r>
              <a:rPr lang="en-US" dirty="0" err="1"/>
              <a:t>pokud</a:t>
            </a:r>
            <a:r>
              <a:rPr lang="en-US" dirty="0"/>
              <a:t> je </a:t>
            </a:r>
            <a:r>
              <a:rPr lang="en-US" dirty="0" err="1"/>
              <a:t>řádek</a:t>
            </a:r>
            <a:r>
              <a:rPr lang="en-US" dirty="0"/>
              <a:t> </a:t>
            </a:r>
            <a:r>
              <a:rPr lang="en-US" dirty="0" err="1"/>
              <a:t>textu</a:t>
            </a:r>
            <a:r>
              <a:rPr lang="en-US" dirty="0"/>
              <a:t> </a:t>
            </a:r>
            <a:r>
              <a:rPr lang="en-US" dirty="0" err="1"/>
              <a:t>příliš</a:t>
            </a:r>
            <a:r>
              <a:rPr lang="en-US" dirty="0"/>
              <a:t> </a:t>
            </a:r>
            <a:r>
              <a:rPr lang="en-US" dirty="0" err="1"/>
              <a:t>dlouhý</a:t>
            </a:r>
            <a:r>
              <a:rPr lang="en-US" dirty="0"/>
              <a:t>, </a:t>
            </a:r>
            <a:r>
              <a:rPr lang="en-US" dirty="0" err="1"/>
              <a:t>bude</a:t>
            </a:r>
            <a:r>
              <a:rPr lang="en-US" dirty="0"/>
              <a:t> </a:t>
            </a:r>
            <a:r>
              <a:rPr lang="en-US" dirty="0" err="1"/>
              <a:t>mít</a:t>
            </a:r>
            <a:r>
              <a:rPr lang="en-US" dirty="0"/>
              <a:t> </a:t>
            </a:r>
            <a:r>
              <a:rPr lang="en-US" dirty="0" err="1"/>
              <a:t>uživatel</a:t>
            </a:r>
            <a:r>
              <a:rPr lang="en-US" dirty="0"/>
              <a:t> </a:t>
            </a:r>
            <a:r>
              <a:rPr lang="en-US" dirty="0" err="1"/>
              <a:t>problém</a:t>
            </a:r>
            <a:r>
              <a:rPr lang="en-US" dirty="0"/>
              <a:t> se </a:t>
            </a:r>
            <a:r>
              <a:rPr lang="en-US" dirty="0" err="1"/>
              <a:t>soustředit</a:t>
            </a:r>
            <a:r>
              <a:rPr lang="en-US" dirty="0"/>
              <a:t> </a:t>
            </a:r>
            <a:r>
              <a:rPr lang="en-US" dirty="0" err="1"/>
              <a:t>na</a:t>
            </a:r>
            <a:r>
              <a:rPr lang="en-US" dirty="0"/>
              <a:t> text. </a:t>
            </a:r>
            <a:r>
              <a:rPr lang="en-US" dirty="0" err="1"/>
              <a:t>Délka</a:t>
            </a:r>
            <a:r>
              <a:rPr lang="en-US" dirty="0"/>
              <a:t> </a:t>
            </a:r>
            <a:r>
              <a:rPr lang="en-US" dirty="0" err="1"/>
              <a:t>řádku</a:t>
            </a:r>
            <a:r>
              <a:rPr lang="en-US" dirty="0"/>
              <a:t> </a:t>
            </a:r>
            <a:r>
              <a:rPr lang="en-US" dirty="0" err="1"/>
              <a:t>ztěžuje</a:t>
            </a:r>
            <a:r>
              <a:rPr lang="en-US" dirty="0"/>
              <a:t> </a:t>
            </a:r>
            <a:r>
              <a:rPr lang="en-US" dirty="0" err="1"/>
              <a:t>určení</a:t>
            </a:r>
            <a:r>
              <a:rPr lang="en-US" dirty="0"/>
              <a:t>, </a:t>
            </a:r>
            <a:r>
              <a:rPr lang="en-US" dirty="0" err="1"/>
              <a:t>kde</a:t>
            </a:r>
            <a:r>
              <a:rPr lang="en-US" dirty="0"/>
              <a:t> </a:t>
            </a:r>
            <a:r>
              <a:rPr lang="en-US" dirty="0" err="1"/>
              <a:t>řádek</a:t>
            </a:r>
            <a:r>
              <a:rPr lang="en-US" dirty="0"/>
              <a:t> </a:t>
            </a:r>
            <a:r>
              <a:rPr lang="en-US" dirty="0" err="1"/>
              <a:t>začíná</a:t>
            </a:r>
            <a:r>
              <a:rPr lang="en-US" dirty="0"/>
              <a:t> a </a:t>
            </a:r>
            <a:r>
              <a:rPr lang="en-US" dirty="0" err="1"/>
              <a:t>končí</a:t>
            </a:r>
            <a:r>
              <a:rPr lang="en-US" dirty="0"/>
              <a:t>. </a:t>
            </a:r>
            <a:r>
              <a:rPr lang="en-US" dirty="0" err="1"/>
              <a:t>Navíc</a:t>
            </a:r>
            <a:r>
              <a:rPr lang="en-US" dirty="0"/>
              <a:t> </a:t>
            </a:r>
            <a:r>
              <a:rPr lang="en-US" dirty="0" err="1"/>
              <a:t>může</a:t>
            </a:r>
            <a:r>
              <a:rPr lang="en-US" dirty="0"/>
              <a:t> </a:t>
            </a:r>
            <a:r>
              <a:rPr lang="en-US" dirty="0" err="1"/>
              <a:t>být</a:t>
            </a:r>
            <a:r>
              <a:rPr lang="en-US" dirty="0"/>
              <a:t> </a:t>
            </a:r>
            <a:r>
              <a:rPr lang="en-US" dirty="0" err="1"/>
              <a:t>těžké</a:t>
            </a:r>
            <a:r>
              <a:rPr lang="en-US" dirty="0"/>
              <a:t> </a:t>
            </a:r>
            <a:r>
              <a:rPr lang="en-US" dirty="0" err="1"/>
              <a:t>pokračovat</a:t>
            </a:r>
            <a:r>
              <a:rPr lang="en-US" dirty="0"/>
              <a:t> od </a:t>
            </a:r>
            <a:r>
              <a:rPr lang="en-US" dirty="0" err="1"/>
              <a:t>správného</a:t>
            </a:r>
            <a:r>
              <a:rPr lang="en-US" dirty="0"/>
              <a:t> </a:t>
            </a:r>
            <a:r>
              <a:rPr lang="en-US" dirty="0" err="1"/>
              <a:t>řádku</a:t>
            </a:r>
            <a:r>
              <a:rPr lang="en-US" dirty="0"/>
              <a:t> v </a:t>
            </a:r>
            <a:r>
              <a:rPr lang="en-US" dirty="0" err="1"/>
              <a:t>dlouhých</a:t>
            </a:r>
            <a:r>
              <a:rPr lang="en-US" dirty="0"/>
              <a:t> </a:t>
            </a:r>
            <a:r>
              <a:rPr lang="en-US" dirty="0" err="1"/>
              <a:t>blocích</a:t>
            </a:r>
            <a:r>
              <a:rPr lang="en-US" dirty="0"/>
              <a:t> </a:t>
            </a:r>
            <a:r>
              <a:rPr lang="en-US" dirty="0" err="1"/>
              <a:t>textu</a:t>
            </a:r>
            <a:r>
              <a:rPr lang="en-US" dirty="0"/>
              <a:t>.“</a:t>
            </a:r>
            <a:endParaRPr lang="cs-CZ" dirty="0"/>
          </a:p>
          <a:p>
            <a:pPr marL="171450" indent="-171450" algn="l">
              <a:buFont typeface="Arial" panose="020B0604020202020204" pitchFamily="34" charset="0"/>
              <a:buChar char="•"/>
            </a:pPr>
            <a:r>
              <a:rPr lang="en-US" dirty="0"/>
              <a:t>„</a:t>
            </a:r>
            <a:r>
              <a:rPr lang="en-US" dirty="0" err="1"/>
              <a:t>Příliš</a:t>
            </a:r>
            <a:r>
              <a:rPr lang="en-US" dirty="0"/>
              <a:t> </a:t>
            </a:r>
            <a:r>
              <a:rPr lang="en-US" dirty="0" err="1"/>
              <a:t>úzké</a:t>
            </a:r>
            <a:r>
              <a:rPr lang="en-US" dirty="0"/>
              <a:t> – </a:t>
            </a:r>
            <a:r>
              <a:rPr lang="en-US" dirty="0" err="1"/>
              <a:t>pokud</a:t>
            </a:r>
            <a:r>
              <a:rPr lang="en-US" dirty="0"/>
              <a:t> je </a:t>
            </a:r>
            <a:r>
              <a:rPr lang="en-US" dirty="0" err="1"/>
              <a:t>řádek</a:t>
            </a:r>
            <a:r>
              <a:rPr lang="en-US" dirty="0"/>
              <a:t> </a:t>
            </a:r>
            <a:r>
              <a:rPr lang="en-US" dirty="0" err="1"/>
              <a:t>příliš</a:t>
            </a:r>
            <a:r>
              <a:rPr lang="en-US" dirty="0"/>
              <a:t> </a:t>
            </a:r>
            <a:r>
              <a:rPr lang="en-US" dirty="0" err="1"/>
              <a:t>krátký</a:t>
            </a:r>
            <a:r>
              <a:rPr lang="en-US" dirty="0"/>
              <a:t>, </a:t>
            </a:r>
            <a:r>
              <a:rPr lang="en-US" dirty="0" err="1"/>
              <a:t>oči</a:t>
            </a:r>
            <a:r>
              <a:rPr lang="en-US" dirty="0"/>
              <a:t> </a:t>
            </a:r>
            <a:r>
              <a:rPr lang="en-US" dirty="0" err="1"/>
              <a:t>musí</a:t>
            </a:r>
            <a:r>
              <a:rPr lang="en-US" dirty="0"/>
              <a:t> </a:t>
            </a:r>
            <a:r>
              <a:rPr lang="en-US" dirty="0" err="1"/>
              <a:t>příliš</a:t>
            </a:r>
            <a:r>
              <a:rPr lang="en-US" dirty="0"/>
              <a:t> </a:t>
            </a:r>
            <a:r>
              <a:rPr lang="en-US" dirty="0" err="1"/>
              <a:t>často</a:t>
            </a:r>
            <a:r>
              <a:rPr lang="en-US" dirty="0"/>
              <a:t> </a:t>
            </a:r>
            <a:r>
              <a:rPr lang="en-US" dirty="0" err="1"/>
              <a:t>vracet</a:t>
            </a:r>
            <a:r>
              <a:rPr lang="en-US" dirty="0"/>
              <a:t> </a:t>
            </a:r>
            <a:r>
              <a:rPr lang="en-US" dirty="0" err="1"/>
              <a:t>zpět</a:t>
            </a:r>
            <a:r>
              <a:rPr lang="en-US" dirty="0"/>
              <a:t>, </a:t>
            </a:r>
            <a:r>
              <a:rPr lang="en-US" dirty="0" err="1"/>
              <a:t>což</a:t>
            </a:r>
            <a:r>
              <a:rPr lang="en-US" dirty="0"/>
              <a:t> </a:t>
            </a:r>
            <a:r>
              <a:rPr lang="en-US" dirty="0" err="1"/>
              <a:t>narušuje</a:t>
            </a:r>
            <a:r>
              <a:rPr lang="en-US" dirty="0"/>
              <a:t> </a:t>
            </a:r>
            <a:r>
              <a:rPr lang="en-US" dirty="0" err="1"/>
              <a:t>rytmus</a:t>
            </a:r>
            <a:r>
              <a:rPr lang="en-US" dirty="0"/>
              <a:t> </a:t>
            </a:r>
            <a:r>
              <a:rPr lang="en-US" dirty="0" err="1"/>
              <a:t>čtení</a:t>
            </a:r>
            <a:r>
              <a:rPr lang="en-US" dirty="0"/>
              <a:t>. </a:t>
            </a:r>
            <a:r>
              <a:rPr lang="en-US" dirty="0" err="1"/>
              <a:t>Příliš</a:t>
            </a:r>
            <a:r>
              <a:rPr lang="en-US" dirty="0"/>
              <a:t> </a:t>
            </a:r>
            <a:r>
              <a:rPr lang="en-US" dirty="0" err="1"/>
              <a:t>krátké</a:t>
            </a:r>
            <a:r>
              <a:rPr lang="en-US" dirty="0"/>
              <a:t> </a:t>
            </a:r>
            <a:r>
              <a:rPr lang="en-US" dirty="0" err="1"/>
              <a:t>řádky</a:t>
            </a:r>
            <a:r>
              <a:rPr lang="en-US" dirty="0"/>
              <a:t> </a:t>
            </a:r>
            <a:r>
              <a:rPr lang="en-US" dirty="0" err="1"/>
              <a:t>také</a:t>
            </a:r>
            <a:r>
              <a:rPr lang="en-US" dirty="0"/>
              <a:t> </a:t>
            </a:r>
            <a:r>
              <a:rPr lang="en-US" dirty="0" err="1"/>
              <a:t>stresují</a:t>
            </a:r>
            <a:r>
              <a:rPr lang="en-US" dirty="0"/>
              <a:t> </a:t>
            </a:r>
            <a:r>
              <a:rPr lang="en-US" dirty="0" err="1"/>
              <a:t>čtenáře</a:t>
            </a:r>
            <a:r>
              <a:rPr lang="en-US" dirty="0"/>
              <a:t>, </a:t>
            </a:r>
            <a:r>
              <a:rPr lang="en-US" dirty="0" err="1"/>
              <a:t>což</a:t>
            </a:r>
            <a:r>
              <a:rPr lang="en-US" dirty="0"/>
              <a:t> je </a:t>
            </a:r>
            <a:r>
              <a:rPr lang="en-US" dirty="0" err="1"/>
              <a:t>vede</a:t>
            </a:r>
            <a:r>
              <a:rPr lang="en-US" dirty="0"/>
              <a:t> k </a:t>
            </a:r>
            <a:r>
              <a:rPr lang="en-US" dirty="0" err="1"/>
              <a:t>tomu</a:t>
            </a:r>
            <a:r>
              <a:rPr lang="en-US" dirty="0"/>
              <a:t>, </a:t>
            </a:r>
            <a:r>
              <a:rPr lang="en-US" dirty="0" err="1"/>
              <a:t>že</a:t>
            </a:r>
            <a:r>
              <a:rPr lang="en-US" dirty="0"/>
              <a:t> </a:t>
            </a:r>
            <a:r>
              <a:rPr lang="en-US" dirty="0" err="1"/>
              <a:t>začnou</a:t>
            </a:r>
            <a:r>
              <a:rPr lang="en-US" dirty="0"/>
              <a:t> </a:t>
            </a:r>
            <a:r>
              <a:rPr lang="en-US" dirty="0" err="1"/>
              <a:t>číst</a:t>
            </a:r>
            <a:r>
              <a:rPr lang="en-US" dirty="0"/>
              <a:t> </a:t>
            </a:r>
            <a:r>
              <a:rPr lang="en-US" dirty="0" err="1"/>
              <a:t>následující</a:t>
            </a:r>
            <a:r>
              <a:rPr lang="en-US" dirty="0"/>
              <a:t> </a:t>
            </a:r>
            <a:r>
              <a:rPr lang="en-US" dirty="0" err="1"/>
              <a:t>řádek</a:t>
            </a:r>
            <a:r>
              <a:rPr lang="en-US" dirty="0"/>
              <a:t> </a:t>
            </a:r>
            <a:r>
              <a:rPr lang="en-US" dirty="0" err="1"/>
              <a:t>dříve</a:t>
            </a:r>
            <a:r>
              <a:rPr lang="en-US" dirty="0"/>
              <a:t>, </a:t>
            </a:r>
            <a:r>
              <a:rPr lang="en-US" dirty="0" err="1"/>
              <a:t>než</a:t>
            </a:r>
            <a:r>
              <a:rPr lang="en-US" dirty="0"/>
              <a:t> </a:t>
            </a:r>
            <a:r>
              <a:rPr lang="en-US" dirty="0" err="1"/>
              <a:t>dokončí</a:t>
            </a:r>
            <a:r>
              <a:rPr lang="en-US" dirty="0"/>
              <a:t> </a:t>
            </a:r>
            <a:r>
              <a:rPr lang="en-US" dirty="0" err="1"/>
              <a:t>aktuální</a:t>
            </a:r>
            <a:r>
              <a:rPr lang="en-US" dirty="0"/>
              <a:t> (a </a:t>
            </a:r>
            <a:r>
              <a:rPr lang="en-US" dirty="0" err="1"/>
              <a:t>tím</a:t>
            </a:r>
            <a:r>
              <a:rPr lang="en-US" dirty="0"/>
              <a:t> </a:t>
            </a:r>
            <a:r>
              <a:rPr lang="en-US" dirty="0" err="1"/>
              <a:t>přeskočí</a:t>
            </a:r>
            <a:r>
              <a:rPr lang="en-US" dirty="0"/>
              <a:t> </a:t>
            </a:r>
            <a:r>
              <a:rPr lang="en-US" dirty="0" err="1"/>
              <a:t>potenciálně</a:t>
            </a:r>
            <a:r>
              <a:rPr lang="en-US" dirty="0"/>
              <a:t> </a:t>
            </a:r>
            <a:r>
              <a:rPr lang="en-US" dirty="0" err="1"/>
              <a:t>důležitá</a:t>
            </a:r>
            <a:r>
              <a:rPr lang="en-US" dirty="0"/>
              <a:t> </a:t>
            </a:r>
            <a:r>
              <a:rPr lang="en-US" dirty="0" err="1"/>
              <a:t>slova</a:t>
            </a:r>
            <a:r>
              <a:rPr lang="en-US" dirty="0"/>
              <a:t>).“</a:t>
            </a:r>
            <a:endParaRPr lang="cs-CZ" dirty="0"/>
          </a:p>
        </p:txBody>
      </p:sp>
      <p:sp>
        <p:nvSpPr>
          <p:cNvPr id="4" name="Zástupný symbol pro číslo snímku 3">
            <a:extLst>
              <a:ext uri="{FF2B5EF4-FFF2-40B4-BE49-F238E27FC236}">
                <a16:creationId xmlns:a16="http://schemas.microsoft.com/office/drawing/2014/main" id="{06246E78-6473-9AC4-0D80-764EAE542F85}"/>
              </a:ext>
            </a:extLst>
          </p:cNvPr>
          <p:cNvSpPr>
            <a:spLocks noGrp="1"/>
          </p:cNvSpPr>
          <p:nvPr>
            <p:ph type="sldNum" sz="quarter" idx="10"/>
          </p:nvPr>
        </p:nvSpPr>
        <p:spPr/>
        <p:txBody>
          <a:bodyPr/>
          <a:lstStyle/>
          <a:p>
            <a:fld id="{511FA9D6-BDC7-4110-B055-029A3A5CC98B}" type="slidenum">
              <a:rPr lang="cs-CZ" altLang="cs-CZ" smtClean="0"/>
              <a:pPr/>
              <a:t>17</a:t>
            </a:fld>
            <a:endParaRPr lang="cs-CZ" altLang="cs-CZ"/>
          </a:p>
        </p:txBody>
      </p:sp>
    </p:spTree>
    <p:extLst>
      <p:ext uri="{BB962C8B-B14F-4D97-AF65-F5344CB8AC3E}">
        <p14:creationId xmlns:p14="http://schemas.microsoft.com/office/powerpoint/2010/main" val="3961504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833DF-85AB-0A87-644B-404C22E52CB6}"/>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BBE8EDE6-55FE-E83C-5FE8-086BFD8CB187}"/>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F398075C-4E9F-816E-36BE-94D6D0A55247}"/>
              </a:ext>
            </a:extLst>
          </p:cNvPr>
          <p:cNvSpPr>
            <a:spLocks noGrp="1"/>
          </p:cNvSpPr>
          <p:nvPr>
            <p:ph type="body" idx="1"/>
          </p:nvPr>
        </p:nvSpPr>
        <p:spPr/>
        <p:txBody>
          <a:bodyPr/>
          <a:lstStyle/>
          <a:p>
            <a:pPr marL="171450" indent="-171450" fontAlgn="base">
              <a:lnSpc>
                <a:spcPts val="1800"/>
              </a:lnSpc>
              <a:spcAft>
                <a:spcPts val="1500"/>
              </a:spcAft>
              <a:buFont typeface="Arial" panose="020B0604020202020204" pitchFamily="34" charset="0"/>
              <a:buChar char="•"/>
            </a:pPr>
            <a:r>
              <a:rPr lang="en-US" dirty="0" err="1"/>
              <a:t>Ideální</a:t>
            </a:r>
            <a:r>
              <a:rPr lang="en-US" dirty="0"/>
              <a:t> </a:t>
            </a:r>
            <a:r>
              <a:rPr lang="en-US" dirty="0" err="1"/>
              <a:t>délky</a:t>
            </a:r>
            <a:r>
              <a:rPr lang="en-US" dirty="0"/>
              <a:t> </a:t>
            </a:r>
            <a:r>
              <a:rPr lang="en-US" dirty="0" err="1"/>
              <a:t>řádků</a:t>
            </a:r>
            <a:r>
              <a:rPr lang="en-US" dirty="0"/>
              <a:t> pro </a:t>
            </a:r>
            <a:r>
              <a:rPr lang="en-US" dirty="0" err="1"/>
              <a:t>anglický</a:t>
            </a:r>
            <a:r>
              <a:rPr lang="en-US" dirty="0"/>
              <a:t> text </a:t>
            </a:r>
            <a:r>
              <a:rPr lang="en-US" dirty="0" err="1"/>
              <a:t>obecně</a:t>
            </a:r>
            <a:r>
              <a:rPr lang="en-US" dirty="0"/>
              <a:t> </a:t>
            </a:r>
            <a:r>
              <a:rPr lang="en-US" dirty="0" err="1"/>
              <a:t>spadají</a:t>
            </a:r>
            <a:r>
              <a:rPr lang="en-US" dirty="0"/>
              <a:t> do </a:t>
            </a:r>
            <a:r>
              <a:rPr lang="en-US" dirty="0" err="1"/>
              <a:t>určitých</a:t>
            </a:r>
            <a:r>
              <a:rPr lang="en-US" dirty="0"/>
              <a:t> </a:t>
            </a:r>
            <a:r>
              <a:rPr lang="en-US" dirty="0" err="1"/>
              <a:t>rozsahů</a:t>
            </a:r>
            <a:r>
              <a:rPr lang="en-US" dirty="0"/>
              <a:t> </a:t>
            </a:r>
            <a:r>
              <a:rPr lang="en-US" dirty="0" err="1"/>
              <a:t>počtu</a:t>
            </a:r>
            <a:r>
              <a:rPr lang="en-US" dirty="0"/>
              <a:t> </a:t>
            </a:r>
            <a:r>
              <a:rPr lang="en-US" dirty="0" err="1"/>
              <a:t>znaků</a:t>
            </a:r>
            <a:r>
              <a:rPr lang="en-US" dirty="0"/>
              <a:t> pro </a:t>
            </a:r>
            <a:r>
              <a:rPr lang="en-US" dirty="0" err="1"/>
              <a:t>optimální</a:t>
            </a:r>
            <a:r>
              <a:rPr lang="en-US" dirty="0"/>
              <a:t> </a:t>
            </a:r>
            <a:r>
              <a:rPr lang="en-US" dirty="0" err="1"/>
              <a:t>čitelnost</a:t>
            </a:r>
            <a:r>
              <a:rPr lang="cs-CZ" dirty="0"/>
              <a:t>.</a:t>
            </a:r>
          </a:p>
          <a:p>
            <a:pPr marL="171450" indent="-171450" fontAlgn="base">
              <a:lnSpc>
                <a:spcPts val="1800"/>
              </a:lnSpc>
              <a:spcAft>
                <a:spcPts val="1500"/>
              </a:spcAft>
              <a:buFont typeface="Arial" panose="020B0604020202020204" pitchFamily="34" charset="0"/>
              <a:buChar char="•"/>
            </a:pPr>
            <a:r>
              <a:rPr lang="cs-CZ" dirty="0"/>
              <a:t>Ideální rozsah je </a:t>
            </a:r>
            <a:r>
              <a:rPr lang="en-US" dirty="0"/>
              <a:t>35–45 </a:t>
            </a:r>
            <a:r>
              <a:rPr lang="en-US" dirty="0" err="1"/>
              <a:t>znaků</a:t>
            </a:r>
            <a:r>
              <a:rPr lang="en-US" dirty="0"/>
              <a:t> </a:t>
            </a:r>
            <a:r>
              <a:rPr lang="en-US" dirty="0" err="1"/>
              <a:t>na</a:t>
            </a:r>
            <a:r>
              <a:rPr lang="en-US" dirty="0"/>
              <a:t> </a:t>
            </a:r>
            <a:r>
              <a:rPr lang="en-US" dirty="0" err="1"/>
              <a:t>řádek</a:t>
            </a:r>
            <a:endParaRPr lang="cs-CZ" dirty="0"/>
          </a:p>
          <a:p>
            <a:pPr marL="171450" indent="-171450" fontAlgn="base">
              <a:lnSpc>
                <a:spcPts val="1800"/>
              </a:lnSpc>
              <a:spcAft>
                <a:spcPts val="1500"/>
              </a:spcAft>
              <a:buFont typeface="Arial" panose="020B0604020202020204" pitchFamily="34" charset="0"/>
              <a:buChar char="•"/>
            </a:pPr>
            <a:r>
              <a:rPr lang="en-US" dirty="0" err="1"/>
              <a:t>Kratší</a:t>
            </a:r>
            <a:r>
              <a:rPr lang="en-US" dirty="0"/>
              <a:t> </a:t>
            </a:r>
            <a:r>
              <a:rPr lang="en-US" dirty="0" err="1"/>
              <a:t>řádky</a:t>
            </a:r>
            <a:r>
              <a:rPr lang="en-US" dirty="0"/>
              <a:t> se </a:t>
            </a:r>
            <a:r>
              <a:rPr lang="en-US" dirty="0" err="1"/>
              <a:t>často</a:t>
            </a:r>
            <a:r>
              <a:rPr lang="en-US" dirty="0"/>
              <a:t> </a:t>
            </a:r>
            <a:r>
              <a:rPr lang="en-US" dirty="0" err="1"/>
              <a:t>používají</a:t>
            </a:r>
            <a:r>
              <a:rPr lang="en-US" dirty="0"/>
              <a:t> pro </a:t>
            </a:r>
            <a:r>
              <a:rPr lang="en-US" dirty="0" err="1"/>
              <a:t>nadpisy</a:t>
            </a:r>
            <a:r>
              <a:rPr lang="en-US" dirty="0"/>
              <a:t>, </a:t>
            </a:r>
            <a:r>
              <a:rPr lang="en-US" dirty="0" err="1"/>
              <a:t>podnadpisy</a:t>
            </a:r>
            <a:r>
              <a:rPr lang="en-US" dirty="0"/>
              <a:t> a </a:t>
            </a:r>
            <a:r>
              <a:rPr lang="en-US" dirty="0" err="1"/>
              <a:t>popisky</a:t>
            </a:r>
            <a:r>
              <a:rPr lang="en-US" dirty="0"/>
              <a:t>. </a:t>
            </a:r>
            <a:r>
              <a:rPr lang="en-US" dirty="0" err="1"/>
              <a:t>Udržení</a:t>
            </a:r>
            <a:r>
              <a:rPr lang="en-US" dirty="0"/>
              <a:t> </a:t>
            </a:r>
            <a:r>
              <a:rPr lang="en-US" dirty="0" err="1"/>
              <a:t>počtu</a:t>
            </a:r>
            <a:r>
              <a:rPr lang="en-US" dirty="0"/>
              <a:t> </a:t>
            </a:r>
            <a:r>
              <a:rPr lang="en-US" dirty="0" err="1"/>
              <a:t>znaků</a:t>
            </a:r>
            <a:r>
              <a:rPr lang="en-US" dirty="0"/>
              <a:t> v </a:t>
            </a:r>
            <a:r>
              <a:rPr lang="en-US" dirty="0" err="1"/>
              <a:t>tomto</a:t>
            </a:r>
            <a:r>
              <a:rPr lang="en-US" dirty="0"/>
              <a:t> </a:t>
            </a:r>
            <a:r>
              <a:rPr lang="en-US" dirty="0" err="1"/>
              <a:t>rozsahu</a:t>
            </a:r>
            <a:r>
              <a:rPr lang="en-US" dirty="0"/>
              <a:t> </a:t>
            </a:r>
            <a:r>
              <a:rPr lang="en-US" dirty="0" err="1"/>
              <a:t>zajistí</a:t>
            </a:r>
            <a:r>
              <a:rPr lang="en-US" dirty="0"/>
              <a:t>, </a:t>
            </a:r>
            <a:r>
              <a:rPr lang="en-US" dirty="0" err="1"/>
              <a:t>že</a:t>
            </a:r>
            <a:r>
              <a:rPr lang="en-US" dirty="0"/>
              <a:t> text </a:t>
            </a:r>
            <a:r>
              <a:rPr lang="en-US" dirty="0" err="1"/>
              <a:t>zůstane</a:t>
            </a:r>
            <a:r>
              <a:rPr lang="en-US" dirty="0"/>
              <a:t> </a:t>
            </a:r>
            <a:r>
              <a:rPr lang="en-US" dirty="0" err="1"/>
              <a:t>snadno</a:t>
            </a:r>
            <a:r>
              <a:rPr lang="en-US" dirty="0"/>
              <a:t> </a:t>
            </a:r>
            <a:r>
              <a:rPr lang="en-US" dirty="0" err="1"/>
              <a:t>čitelný</a:t>
            </a:r>
            <a:r>
              <a:rPr lang="cs-CZ" dirty="0"/>
              <a:t>.</a:t>
            </a:r>
          </a:p>
          <a:p>
            <a:pPr marL="171450" indent="-171450" fontAlgn="base">
              <a:lnSpc>
                <a:spcPts val="1800"/>
              </a:lnSpc>
              <a:spcAft>
                <a:spcPts val="1500"/>
              </a:spcAft>
              <a:buFont typeface="Arial" panose="020B0604020202020204" pitchFamily="34" charset="0"/>
              <a:buChar char="•"/>
            </a:pPr>
            <a:r>
              <a:rPr lang="cs-CZ" dirty="0"/>
              <a:t>Opět tento rozsah není žádný výmysl a vychází z dlouhodobých studií, a ideální délka řádku minimalizuje únavu očí.</a:t>
            </a:r>
          </a:p>
          <a:p>
            <a:pPr marL="171450" indent="-171450" fontAlgn="base">
              <a:lnSpc>
                <a:spcPts val="1800"/>
              </a:lnSpc>
              <a:spcAft>
                <a:spcPts val="1500"/>
              </a:spcAft>
              <a:buFont typeface="Arial" panose="020B0604020202020204" pitchFamily="34" charset="0"/>
              <a:buChar char="•"/>
            </a:pPr>
            <a:endParaRPr lang="cs-CZ" dirty="0"/>
          </a:p>
        </p:txBody>
      </p:sp>
      <p:sp>
        <p:nvSpPr>
          <p:cNvPr id="4" name="Zástupný symbol pro číslo snímku 3">
            <a:extLst>
              <a:ext uri="{FF2B5EF4-FFF2-40B4-BE49-F238E27FC236}">
                <a16:creationId xmlns:a16="http://schemas.microsoft.com/office/drawing/2014/main" id="{D7FE44A4-F4FF-E909-CC73-13D5E8DBAFF5}"/>
              </a:ext>
            </a:extLst>
          </p:cNvPr>
          <p:cNvSpPr>
            <a:spLocks noGrp="1"/>
          </p:cNvSpPr>
          <p:nvPr>
            <p:ph type="sldNum" sz="quarter" idx="10"/>
          </p:nvPr>
        </p:nvSpPr>
        <p:spPr/>
        <p:txBody>
          <a:bodyPr/>
          <a:lstStyle/>
          <a:p>
            <a:fld id="{511FA9D6-BDC7-4110-B055-029A3A5CC98B}" type="slidenum">
              <a:rPr lang="cs-CZ" altLang="cs-CZ" smtClean="0"/>
              <a:pPr/>
              <a:t>18</a:t>
            </a:fld>
            <a:endParaRPr lang="cs-CZ" altLang="cs-CZ"/>
          </a:p>
        </p:txBody>
      </p:sp>
    </p:spTree>
    <p:extLst>
      <p:ext uri="{BB962C8B-B14F-4D97-AF65-F5344CB8AC3E}">
        <p14:creationId xmlns:p14="http://schemas.microsoft.com/office/powerpoint/2010/main" val="3861333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7A2F6-8988-AFBD-B150-B2A204A95088}"/>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8520F743-12C3-0CEC-412C-08A8FCD8DC81}"/>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E9889653-4471-BDEC-AF2A-AEE726E88798}"/>
              </a:ext>
            </a:extLst>
          </p:cNvPr>
          <p:cNvSpPr>
            <a:spLocks noGrp="1"/>
          </p:cNvSpPr>
          <p:nvPr>
            <p:ph type="body" idx="1"/>
          </p:nvPr>
        </p:nvSpPr>
        <p:spPr/>
        <p:txBody>
          <a:bodyPr/>
          <a:lstStyle/>
          <a:p>
            <a:pPr marL="171450" indent="-171450" algn="l" fontAlgn="base">
              <a:lnSpc>
                <a:spcPts val="1800"/>
              </a:lnSpc>
              <a:spcAft>
                <a:spcPts val="1500"/>
              </a:spcAft>
              <a:buFont typeface="Arial" panose="020B0604020202020204" pitchFamily="34" charset="0"/>
              <a:buChar char="•"/>
            </a:pPr>
            <a:r>
              <a:rPr lang="en-US" dirty="0" err="1"/>
              <a:t>Textová</a:t>
            </a:r>
            <a:r>
              <a:rPr lang="en-US" dirty="0"/>
              <a:t> </a:t>
            </a:r>
            <a:r>
              <a:rPr lang="en-US" dirty="0" err="1"/>
              <a:t>barva</a:t>
            </a:r>
            <a:r>
              <a:rPr lang="en-US" dirty="0"/>
              <a:t>, </a:t>
            </a:r>
            <a:r>
              <a:rPr lang="en-US" dirty="0" err="1"/>
              <a:t>která</a:t>
            </a:r>
            <a:r>
              <a:rPr lang="en-US" dirty="0"/>
              <a:t> je </a:t>
            </a:r>
            <a:r>
              <a:rPr lang="en-US" dirty="0" err="1"/>
              <a:t>příliš</a:t>
            </a:r>
            <a:r>
              <a:rPr lang="en-US" dirty="0"/>
              <a:t> </a:t>
            </a:r>
            <a:r>
              <a:rPr lang="en-US" dirty="0" err="1"/>
              <a:t>podobná</a:t>
            </a:r>
            <a:r>
              <a:rPr lang="en-US" dirty="0"/>
              <a:t> </a:t>
            </a:r>
            <a:r>
              <a:rPr lang="en-US" dirty="0" err="1"/>
              <a:t>barvě</a:t>
            </a:r>
            <a:r>
              <a:rPr lang="en-US" dirty="0"/>
              <a:t> </a:t>
            </a:r>
            <a:r>
              <a:rPr lang="en-US" dirty="0" err="1"/>
              <a:t>pozadí</a:t>
            </a:r>
            <a:r>
              <a:rPr lang="en-US" dirty="0"/>
              <a:t>, je </a:t>
            </a:r>
            <a:r>
              <a:rPr lang="en-US" dirty="0" err="1"/>
              <a:t>obtížně</a:t>
            </a:r>
            <a:r>
              <a:rPr lang="en-US" dirty="0"/>
              <a:t> </a:t>
            </a:r>
            <a:r>
              <a:rPr lang="en-US" dirty="0" err="1"/>
              <a:t>čitelná</a:t>
            </a:r>
            <a:r>
              <a:rPr lang="en-US" dirty="0"/>
              <a:t>.</a:t>
            </a:r>
            <a:endParaRPr lang="cs-CZ" dirty="0"/>
          </a:p>
          <a:p>
            <a:pPr marL="171450" indent="-171450" algn="l" fontAlgn="base">
              <a:lnSpc>
                <a:spcPts val="1800"/>
              </a:lnSpc>
              <a:spcAft>
                <a:spcPts val="1500"/>
              </a:spcAft>
              <a:buFont typeface="Arial" panose="020B0604020202020204" pitchFamily="34" charset="0"/>
              <a:buChar char="•"/>
            </a:pPr>
            <a:r>
              <a:rPr lang="en-US" dirty="0"/>
              <a:t>Text s </a:t>
            </a:r>
            <a:r>
              <a:rPr lang="en-US" dirty="0" err="1"/>
              <a:t>příliš</a:t>
            </a:r>
            <a:r>
              <a:rPr lang="en-US" dirty="0"/>
              <a:t> </a:t>
            </a:r>
            <a:r>
              <a:rPr lang="en-US" dirty="0" err="1"/>
              <a:t>velkým</a:t>
            </a:r>
            <a:r>
              <a:rPr lang="en-US" dirty="0"/>
              <a:t> </a:t>
            </a:r>
            <a:r>
              <a:rPr lang="en-US" dirty="0" err="1"/>
              <a:t>kontrastem</a:t>
            </a:r>
            <a:r>
              <a:rPr lang="en-US" dirty="0"/>
              <a:t> </a:t>
            </a:r>
            <a:r>
              <a:rPr lang="en-US" dirty="0" err="1"/>
              <a:t>může</a:t>
            </a:r>
            <a:r>
              <a:rPr lang="en-US" dirty="0"/>
              <a:t> </a:t>
            </a:r>
            <a:r>
              <a:rPr lang="en-US" dirty="0" err="1"/>
              <a:t>být</a:t>
            </a:r>
            <a:r>
              <a:rPr lang="en-US" dirty="0"/>
              <a:t> </a:t>
            </a:r>
            <a:r>
              <a:rPr lang="en-US" dirty="0" err="1"/>
              <a:t>také</a:t>
            </a:r>
            <a:r>
              <a:rPr lang="en-US" dirty="0"/>
              <a:t> </a:t>
            </a:r>
            <a:r>
              <a:rPr lang="en-US" dirty="0" err="1"/>
              <a:t>těžko</a:t>
            </a:r>
            <a:r>
              <a:rPr lang="en-US" dirty="0"/>
              <a:t> </a:t>
            </a:r>
            <a:r>
              <a:rPr lang="en-US" dirty="0" err="1"/>
              <a:t>čitelný</a:t>
            </a:r>
            <a:r>
              <a:rPr lang="en-US" dirty="0"/>
              <a:t>. To </a:t>
            </a:r>
            <a:r>
              <a:rPr lang="en-US" dirty="0" err="1"/>
              <a:t>platí</a:t>
            </a:r>
            <a:r>
              <a:rPr lang="en-US" dirty="0"/>
              <a:t> </a:t>
            </a:r>
            <a:r>
              <a:rPr lang="en-US" dirty="0" err="1"/>
              <a:t>zejména</a:t>
            </a:r>
            <a:r>
              <a:rPr lang="en-US" dirty="0"/>
              <a:t> pro </a:t>
            </a:r>
            <a:r>
              <a:rPr lang="en-US" dirty="0" err="1"/>
              <a:t>světlý</a:t>
            </a:r>
            <a:r>
              <a:rPr lang="en-US" dirty="0"/>
              <a:t> text </a:t>
            </a:r>
            <a:r>
              <a:rPr lang="en-US" dirty="0" err="1"/>
              <a:t>na</a:t>
            </a:r>
            <a:r>
              <a:rPr lang="en-US" dirty="0"/>
              <a:t> </a:t>
            </a:r>
            <a:r>
              <a:rPr lang="en-US" dirty="0" err="1"/>
              <a:t>tmavém</a:t>
            </a:r>
            <a:r>
              <a:rPr lang="en-US" dirty="0"/>
              <a:t> </a:t>
            </a:r>
            <a:r>
              <a:rPr lang="en-US" dirty="0" err="1"/>
              <a:t>pozadí</a:t>
            </a:r>
            <a:r>
              <a:rPr lang="en-US" dirty="0"/>
              <a:t>.</a:t>
            </a:r>
            <a:endParaRPr lang="cs-CZ" dirty="0"/>
          </a:p>
          <a:p>
            <a:pPr marL="171450" indent="-171450" algn="l" fontAlgn="base">
              <a:lnSpc>
                <a:spcPts val="1800"/>
              </a:lnSpc>
              <a:spcAft>
                <a:spcPts val="1500"/>
              </a:spcAft>
              <a:buFont typeface="Arial" panose="020B0604020202020204" pitchFamily="34" charset="0"/>
              <a:buChar char="•"/>
            </a:pPr>
            <a:r>
              <a:rPr lang="en-US" dirty="0"/>
              <a:t>Text by </a:t>
            </a:r>
            <a:r>
              <a:rPr lang="en-US" dirty="0" err="1"/>
              <a:t>měl</a:t>
            </a:r>
            <a:r>
              <a:rPr lang="en-US" dirty="0"/>
              <a:t> </a:t>
            </a:r>
            <a:r>
              <a:rPr lang="en-US" dirty="0" err="1"/>
              <a:t>mít</a:t>
            </a:r>
            <a:r>
              <a:rPr lang="en-US" dirty="0"/>
              <a:t> </a:t>
            </a:r>
            <a:r>
              <a:rPr lang="en-US" dirty="0" err="1"/>
              <a:t>minimální</a:t>
            </a:r>
            <a:r>
              <a:rPr lang="en-US" dirty="0"/>
              <a:t> </a:t>
            </a:r>
            <a:r>
              <a:rPr lang="en-US" dirty="0" err="1"/>
              <a:t>kontrastní</a:t>
            </a:r>
            <a:r>
              <a:rPr lang="en-US" dirty="0"/>
              <a:t> </a:t>
            </a:r>
            <a:r>
              <a:rPr lang="en-US" dirty="0" err="1"/>
              <a:t>poměr</a:t>
            </a:r>
            <a:r>
              <a:rPr lang="en-US" dirty="0"/>
              <a:t> je 7:1</a:t>
            </a:r>
            <a:r>
              <a:rPr lang="cs-CZ" dirty="0"/>
              <a:t> (luminiscenční hodnoty)</a:t>
            </a:r>
            <a:r>
              <a:rPr lang="en-US" dirty="0"/>
              <a:t>.</a:t>
            </a:r>
            <a:endParaRPr lang="cs-CZ" dirty="0"/>
          </a:p>
          <a:p>
            <a:pPr marL="171450" indent="-171450" algn="l" fontAlgn="base">
              <a:lnSpc>
                <a:spcPts val="1800"/>
              </a:lnSpc>
              <a:spcAft>
                <a:spcPts val="1500"/>
              </a:spcAft>
              <a:buFont typeface="Arial" panose="020B0604020202020204" pitchFamily="34" charset="0"/>
              <a:buChar char="•"/>
            </a:pPr>
            <a:r>
              <a:rPr lang="en-US" dirty="0"/>
              <a:t>Tyto </a:t>
            </a:r>
            <a:r>
              <a:rPr lang="en-US" dirty="0" err="1"/>
              <a:t>kombinace</a:t>
            </a:r>
            <a:r>
              <a:rPr lang="en-US" dirty="0"/>
              <a:t> </a:t>
            </a:r>
            <a:r>
              <a:rPr lang="en-US" dirty="0" err="1"/>
              <a:t>barev</a:t>
            </a:r>
            <a:r>
              <a:rPr lang="en-US" dirty="0"/>
              <a:t> </a:t>
            </a:r>
            <a:r>
              <a:rPr lang="en-US" dirty="0" err="1"/>
              <a:t>také</a:t>
            </a:r>
            <a:r>
              <a:rPr lang="en-US" dirty="0"/>
              <a:t> </a:t>
            </a:r>
            <a:r>
              <a:rPr lang="en-US" dirty="0" err="1"/>
              <a:t>zohledňují</a:t>
            </a:r>
            <a:r>
              <a:rPr lang="en-US" dirty="0"/>
              <a:t> </a:t>
            </a:r>
            <a:r>
              <a:rPr lang="en-US" dirty="0" err="1"/>
              <a:t>kontrastní</a:t>
            </a:r>
            <a:r>
              <a:rPr lang="en-US" dirty="0"/>
              <a:t> </a:t>
            </a:r>
            <a:r>
              <a:rPr lang="en-US" dirty="0" err="1"/>
              <a:t>poměry</a:t>
            </a:r>
            <a:r>
              <a:rPr lang="en-US" dirty="0"/>
              <a:t> pro </a:t>
            </a:r>
            <a:r>
              <a:rPr lang="en-US" dirty="0" err="1"/>
              <a:t>uživatele</a:t>
            </a:r>
            <a:r>
              <a:rPr lang="en-US" dirty="0"/>
              <a:t>, </a:t>
            </a:r>
            <a:r>
              <a:rPr lang="en-US" dirty="0" err="1"/>
              <a:t>kteří</a:t>
            </a:r>
            <a:r>
              <a:rPr lang="en-US" dirty="0"/>
              <a:t> </a:t>
            </a:r>
            <a:r>
              <a:rPr lang="en-US" dirty="0" err="1"/>
              <a:t>vnímají</a:t>
            </a:r>
            <a:r>
              <a:rPr lang="en-US" dirty="0"/>
              <a:t> </a:t>
            </a:r>
            <a:r>
              <a:rPr lang="en-US" dirty="0" err="1"/>
              <a:t>barvy</a:t>
            </a:r>
            <a:r>
              <a:rPr lang="en-US" dirty="0"/>
              <a:t> </a:t>
            </a:r>
            <a:r>
              <a:rPr lang="en-US" dirty="0" err="1"/>
              <a:t>odlišně</a:t>
            </a:r>
            <a:r>
              <a:rPr lang="en-US" dirty="0"/>
              <a:t>.</a:t>
            </a:r>
            <a:endParaRPr lang="cs-CZ" dirty="0"/>
          </a:p>
          <a:p>
            <a:pPr marL="171450" indent="-171450" algn="l" fontAlgn="base">
              <a:lnSpc>
                <a:spcPts val="1800"/>
              </a:lnSpc>
              <a:spcAft>
                <a:spcPts val="1500"/>
              </a:spcAft>
              <a:buFont typeface="Arial" panose="020B0604020202020204" pitchFamily="34" charset="0"/>
              <a:buChar char="•"/>
            </a:pPr>
            <a:r>
              <a:rPr lang="cs-CZ" b="0" i="0" dirty="0">
                <a:solidFill>
                  <a:srgbClr val="212121"/>
                </a:solidFill>
                <a:effectLst/>
                <a:latin typeface="Roboto" panose="02000000000000000000" pitchFamily="2" charset="0"/>
              </a:rPr>
              <a:t>Ostatně si můžete sami říci, který z těchto dvou nadpisů je pro Vás přijemnější na čtení.</a:t>
            </a:r>
          </a:p>
          <a:p>
            <a:pPr algn="l" fontAlgn="base">
              <a:lnSpc>
                <a:spcPts val="1800"/>
              </a:lnSpc>
              <a:spcAft>
                <a:spcPts val="1500"/>
              </a:spcAft>
            </a:pPr>
            <a:endParaRPr lang="cs-CZ" b="0" i="0" dirty="0">
              <a:solidFill>
                <a:srgbClr val="212121"/>
              </a:solidFill>
              <a:effectLst/>
              <a:latin typeface="Roboto" panose="02000000000000000000" pitchFamily="2" charset="0"/>
            </a:endParaRPr>
          </a:p>
          <a:p>
            <a:pPr algn="l" fontAlgn="base">
              <a:lnSpc>
                <a:spcPts val="1800"/>
              </a:lnSpc>
              <a:spcAft>
                <a:spcPts val="1500"/>
              </a:spcAft>
            </a:pPr>
            <a:endParaRPr lang="cs-CZ" b="0" i="0" dirty="0">
              <a:solidFill>
                <a:srgbClr val="212121"/>
              </a:solidFill>
              <a:effectLst/>
              <a:latin typeface="Roboto" panose="02000000000000000000" pitchFamily="2" charset="0"/>
            </a:endParaRPr>
          </a:p>
        </p:txBody>
      </p:sp>
      <p:sp>
        <p:nvSpPr>
          <p:cNvPr id="4" name="Zástupný symbol pro číslo snímku 3">
            <a:extLst>
              <a:ext uri="{FF2B5EF4-FFF2-40B4-BE49-F238E27FC236}">
                <a16:creationId xmlns:a16="http://schemas.microsoft.com/office/drawing/2014/main" id="{DF3C3A97-48C4-10B2-6913-FEF74A5CA17D}"/>
              </a:ext>
            </a:extLst>
          </p:cNvPr>
          <p:cNvSpPr>
            <a:spLocks noGrp="1"/>
          </p:cNvSpPr>
          <p:nvPr>
            <p:ph type="sldNum" sz="quarter" idx="10"/>
          </p:nvPr>
        </p:nvSpPr>
        <p:spPr/>
        <p:txBody>
          <a:bodyPr/>
          <a:lstStyle/>
          <a:p>
            <a:fld id="{511FA9D6-BDC7-4110-B055-029A3A5CC98B}" type="slidenum">
              <a:rPr lang="cs-CZ" altLang="cs-CZ" smtClean="0"/>
              <a:pPr/>
              <a:t>19</a:t>
            </a:fld>
            <a:endParaRPr lang="cs-CZ" altLang="cs-CZ"/>
          </a:p>
        </p:txBody>
      </p:sp>
    </p:spTree>
    <p:extLst>
      <p:ext uri="{BB962C8B-B14F-4D97-AF65-F5344CB8AC3E}">
        <p14:creationId xmlns:p14="http://schemas.microsoft.com/office/powerpoint/2010/main" val="14147896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CC05C-202C-18EA-015D-4213067C4115}"/>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569080FE-DA05-4197-17CD-2DB33C223AAA}"/>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EC3C188D-ECEC-539D-1C3E-4D05D4BD3FB5}"/>
              </a:ext>
            </a:extLst>
          </p:cNvPr>
          <p:cNvSpPr>
            <a:spLocks noGrp="1"/>
          </p:cNvSpPr>
          <p:nvPr>
            <p:ph type="body" idx="1"/>
          </p:nvPr>
        </p:nvSpPr>
        <p:spPr/>
        <p:txBody>
          <a:bodyPr/>
          <a:lstStyle/>
          <a:p>
            <a:pPr marL="171450" indent="-171450" algn="l" fontAlgn="base">
              <a:lnSpc>
                <a:spcPts val="1800"/>
              </a:lnSpc>
              <a:spcAft>
                <a:spcPts val="1500"/>
              </a:spcAft>
              <a:buFont typeface="Arial" panose="020B0604020202020204" pitchFamily="34" charset="0"/>
              <a:buChar char="•"/>
            </a:pPr>
            <a:r>
              <a:rPr lang="cs-CZ" dirty="0"/>
              <a:t>Je </a:t>
            </a:r>
            <a:r>
              <a:rPr lang="en-US" dirty="0" err="1"/>
              <a:t>lepší</a:t>
            </a:r>
            <a:r>
              <a:rPr lang="en-US" dirty="0"/>
              <a:t> </a:t>
            </a:r>
            <a:r>
              <a:rPr lang="en-US" dirty="0" err="1"/>
              <a:t>používat</a:t>
            </a:r>
            <a:r>
              <a:rPr lang="en-US" dirty="0"/>
              <a:t> </a:t>
            </a:r>
            <a:r>
              <a:rPr lang="en-US" dirty="0" err="1"/>
              <a:t>dynamický</a:t>
            </a:r>
            <a:r>
              <a:rPr lang="en-US" dirty="0"/>
              <a:t> </a:t>
            </a:r>
            <a:r>
              <a:rPr lang="en-US" dirty="0" err="1"/>
              <a:t>typ</a:t>
            </a:r>
            <a:r>
              <a:rPr lang="en-US" dirty="0"/>
              <a:t> </a:t>
            </a:r>
            <a:r>
              <a:rPr lang="en-US" dirty="0" err="1"/>
              <a:t>místo</a:t>
            </a:r>
            <a:r>
              <a:rPr lang="en-US" dirty="0"/>
              <a:t> </a:t>
            </a:r>
            <a:r>
              <a:rPr lang="en-US" dirty="0" err="1"/>
              <a:t>spoléhání</a:t>
            </a:r>
            <a:r>
              <a:rPr lang="en-US" dirty="0"/>
              <a:t> se </a:t>
            </a:r>
            <a:r>
              <a:rPr lang="en-US" dirty="0" err="1"/>
              <a:t>pouze</a:t>
            </a:r>
            <a:r>
              <a:rPr lang="en-US" dirty="0"/>
              <a:t> </a:t>
            </a:r>
            <a:r>
              <a:rPr lang="en-US" dirty="0" err="1"/>
              <a:t>na</a:t>
            </a:r>
            <a:r>
              <a:rPr lang="en-US" dirty="0"/>
              <a:t> </a:t>
            </a:r>
            <a:r>
              <a:rPr lang="en-US" dirty="0" err="1"/>
              <a:t>menší</a:t>
            </a:r>
            <a:r>
              <a:rPr lang="en-US" dirty="0"/>
              <a:t> </a:t>
            </a:r>
            <a:r>
              <a:rPr lang="en-US" dirty="0" err="1"/>
              <a:t>velikosti</a:t>
            </a:r>
            <a:r>
              <a:rPr lang="en-US" dirty="0"/>
              <a:t> </a:t>
            </a:r>
            <a:r>
              <a:rPr lang="en-US" dirty="0" err="1"/>
              <a:t>písma</a:t>
            </a:r>
            <a:r>
              <a:rPr lang="en-US" dirty="0"/>
              <a:t> </a:t>
            </a:r>
            <a:r>
              <a:rPr lang="en-US" dirty="0" err="1"/>
              <a:t>nebo</a:t>
            </a:r>
            <a:r>
              <a:rPr lang="en-US" dirty="0"/>
              <a:t> </a:t>
            </a:r>
            <a:r>
              <a:rPr lang="en-US" dirty="0" err="1"/>
              <a:t>povolování</a:t>
            </a:r>
            <a:r>
              <a:rPr lang="en-US" dirty="0"/>
              <a:t> </a:t>
            </a:r>
            <a:r>
              <a:rPr lang="en-US" dirty="0" err="1"/>
              <a:t>ořezávání</a:t>
            </a:r>
            <a:r>
              <a:rPr lang="en-US" dirty="0"/>
              <a:t> </a:t>
            </a:r>
            <a:r>
              <a:rPr lang="en-US" dirty="0" err="1"/>
              <a:t>větších</a:t>
            </a:r>
            <a:r>
              <a:rPr lang="en-US" dirty="0"/>
              <a:t> </a:t>
            </a:r>
            <a:r>
              <a:rPr lang="en-US" dirty="0" err="1"/>
              <a:t>textů</a:t>
            </a:r>
            <a:r>
              <a:rPr lang="en-US" dirty="0"/>
              <a:t>.</a:t>
            </a:r>
            <a:r>
              <a:rPr lang="cs-CZ" dirty="0"/>
              <a:t> Znamená to, že se velikost textu v aplikaci přizpůsobuje velikosti oken, ve kterých se nachází. </a:t>
            </a:r>
          </a:p>
          <a:p>
            <a:pPr marL="171450" indent="-171450" algn="l" fontAlgn="base">
              <a:lnSpc>
                <a:spcPts val="1800"/>
              </a:lnSpc>
              <a:spcAft>
                <a:spcPts val="1500"/>
              </a:spcAft>
              <a:buFont typeface="Arial" panose="020B0604020202020204" pitchFamily="34" charset="0"/>
              <a:buChar char="•"/>
            </a:pPr>
            <a:r>
              <a:rPr lang="en-US" dirty="0" err="1"/>
              <a:t>Správně</a:t>
            </a:r>
            <a:r>
              <a:rPr lang="en-US" dirty="0"/>
              <a:t> </a:t>
            </a:r>
            <a:r>
              <a:rPr lang="en-US" dirty="0" err="1"/>
              <a:t>aplikovaný</a:t>
            </a:r>
            <a:r>
              <a:rPr lang="en-US" dirty="0"/>
              <a:t> </a:t>
            </a:r>
            <a:r>
              <a:rPr lang="en-US" dirty="0" err="1"/>
              <a:t>velký</a:t>
            </a:r>
            <a:r>
              <a:rPr lang="en-US" dirty="0"/>
              <a:t> text </a:t>
            </a:r>
            <a:r>
              <a:rPr lang="en-US" dirty="0" err="1"/>
              <a:t>může</a:t>
            </a:r>
            <a:r>
              <a:rPr lang="en-US" dirty="0"/>
              <a:t> </a:t>
            </a:r>
            <a:r>
              <a:rPr lang="en-US" dirty="0" err="1"/>
              <a:t>učinit</a:t>
            </a:r>
            <a:r>
              <a:rPr lang="en-US" dirty="0"/>
              <a:t> </a:t>
            </a:r>
            <a:r>
              <a:rPr lang="en-US" dirty="0" err="1"/>
              <a:t>aplikace</a:t>
            </a:r>
            <a:r>
              <a:rPr lang="en-US" dirty="0"/>
              <a:t> </a:t>
            </a:r>
            <a:r>
              <a:rPr lang="en-US" dirty="0" err="1"/>
              <a:t>zajímavějšími</a:t>
            </a:r>
            <a:r>
              <a:rPr lang="en-US" dirty="0"/>
              <a:t>, </a:t>
            </a:r>
            <a:r>
              <a:rPr lang="en-US" dirty="0" err="1"/>
              <a:t>odlišit</a:t>
            </a:r>
            <a:r>
              <a:rPr lang="en-US" dirty="0"/>
              <a:t> </a:t>
            </a:r>
            <a:r>
              <a:rPr lang="en-US" dirty="0" err="1"/>
              <a:t>rozložení</a:t>
            </a:r>
            <a:r>
              <a:rPr lang="en-US" dirty="0"/>
              <a:t> a </a:t>
            </a:r>
            <a:r>
              <a:rPr lang="en-US" dirty="0" err="1"/>
              <a:t>pomoci</a:t>
            </a:r>
            <a:r>
              <a:rPr lang="en-US" dirty="0"/>
              <a:t> </a:t>
            </a:r>
            <a:r>
              <a:rPr lang="en-US" dirty="0" err="1"/>
              <a:t>uživatelům</a:t>
            </a:r>
            <a:r>
              <a:rPr lang="en-US" dirty="0"/>
              <a:t> </a:t>
            </a:r>
            <a:r>
              <a:rPr lang="en-US" dirty="0" err="1"/>
              <a:t>rychleji</a:t>
            </a:r>
            <a:r>
              <a:rPr lang="en-US" dirty="0"/>
              <a:t> </a:t>
            </a:r>
            <a:r>
              <a:rPr lang="en-US" dirty="0" err="1"/>
              <a:t>dekódovat</a:t>
            </a:r>
            <a:r>
              <a:rPr lang="en-US" dirty="0"/>
              <a:t> </a:t>
            </a:r>
            <a:r>
              <a:rPr lang="en-US" dirty="0" err="1"/>
              <a:t>obsah</a:t>
            </a:r>
            <a:r>
              <a:rPr lang="cs-CZ" dirty="0"/>
              <a:t>.</a:t>
            </a:r>
          </a:p>
          <a:p>
            <a:pPr marL="171450" indent="-171450" algn="l" fontAlgn="base">
              <a:lnSpc>
                <a:spcPts val="1800"/>
              </a:lnSpc>
              <a:spcAft>
                <a:spcPts val="1500"/>
              </a:spcAft>
              <a:buFont typeface="Arial" panose="020B0604020202020204" pitchFamily="34" charset="0"/>
              <a:buChar char="•"/>
            </a:pPr>
            <a:r>
              <a:rPr lang="en-US" dirty="0" err="1"/>
              <a:t>Dynamický</a:t>
            </a:r>
            <a:r>
              <a:rPr lang="en-US" dirty="0"/>
              <a:t> </a:t>
            </a:r>
            <a:r>
              <a:rPr lang="en-US" dirty="0" err="1"/>
              <a:t>typ</a:t>
            </a:r>
            <a:r>
              <a:rPr lang="en-US" dirty="0"/>
              <a:t> </a:t>
            </a:r>
            <a:r>
              <a:rPr lang="en-US" dirty="0" err="1"/>
              <a:t>umožňuje</a:t>
            </a:r>
            <a:r>
              <a:rPr lang="en-US" dirty="0"/>
              <a:t> </a:t>
            </a:r>
            <a:r>
              <a:rPr lang="en-US" dirty="0" err="1"/>
              <a:t>použití</a:t>
            </a:r>
            <a:r>
              <a:rPr lang="en-US" dirty="0"/>
              <a:t> </a:t>
            </a:r>
            <a:r>
              <a:rPr lang="en-US" dirty="0" err="1"/>
              <a:t>velkého</a:t>
            </a:r>
            <a:r>
              <a:rPr lang="en-US" dirty="0"/>
              <a:t> </a:t>
            </a:r>
            <a:r>
              <a:rPr lang="en-US" dirty="0" err="1"/>
              <a:t>textu</a:t>
            </a:r>
            <a:r>
              <a:rPr lang="en-US" dirty="0"/>
              <a:t>, </a:t>
            </a:r>
            <a:r>
              <a:rPr lang="en-US" dirty="0" err="1"/>
              <a:t>když</a:t>
            </a:r>
            <a:r>
              <a:rPr lang="en-US" dirty="0"/>
              <a:t> je </a:t>
            </a:r>
            <a:r>
              <a:rPr lang="en-US" dirty="0" err="1"/>
              <a:t>délka</a:t>
            </a:r>
            <a:r>
              <a:rPr lang="en-US" dirty="0"/>
              <a:t> </a:t>
            </a:r>
            <a:r>
              <a:rPr lang="en-US" dirty="0" err="1"/>
              <a:t>textu</a:t>
            </a:r>
            <a:r>
              <a:rPr lang="en-US" dirty="0"/>
              <a:t> v </a:t>
            </a:r>
            <a:r>
              <a:rPr lang="en-US" dirty="0" err="1"/>
              <a:t>rozložení</a:t>
            </a:r>
            <a:r>
              <a:rPr lang="en-US" dirty="0"/>
              <a:t> </a:t>
            </a:r>
            <a:r>
              <a:rPr lang="en-US" dirty="0" err="1"/>
              <a:t>neznámá</a:t>
            </a:r>
            <a:r>
              <a:rPr lang="en-US" dirty="0"/>
              <a:t>. </a:t>
            </a:r>
            <a:r>
              <a:rPr lang="en-US" dirty="0" err="1"/>
              <a:t>Dynamické</a:t>
            </a:r>
            <a:r>
              <a:rPr lang="en-US" dirty="0"/>
              <a:t> </a:t>
            </a:r>
            <a:r>
              <a:rPr lang="en-US" dirty="0" err="1"/>
              <a:t>velikosti</a:t>
            </a:r>
            <a:r>
              <a:rPr lang="en-US" dirty="0"/>
              <a:t> </a:t>
            </a:r>
            <a:r>
              <a:rPr lang="en-US" dirty="0" err="1"/>
              <a:t>jsou</a:t>
            </a:r>
            <a:r>
              <a:rPr lang="en-US" dirty="0"/>
              <a:t> </a:t>
            </a:r>
            <a:r>
              <a:rPr lang="en-US" dirty="0" err="1"/>
              <a:t>vybírány</a:t>
            </a:r>
            <a:r>
              <a:rPr lang="en-US" dirty="0"/>
              <a:t> z </a:t>
            </a:r>
            <a:r>
              <a:rPr lang="en-US" dirty="0" err="1"/>
              <a:t>typografické</a:t>
            </a:r>
            <a:r>
              <a:rPr lang="en-US" dirty="0"/>
              <a:t> </a:t>
            </a:r>
            <a:r>
              <a:rPr lang="en-US" dirty="0" err="1"/>
              <a:t>škály</a:t>
            </a:r>
            <a:r>
              <a:rPr lang="en-US" dirty="0"/>
              <a:t> </a:t>
            </a:r>
            <a:r>
              <a:rPr lang="en-US" dirty="0" err="1"/>
              <a:t>na</a:t>
            </a:r>
            <a:r>
              <a:rPr lang="en-US" dirty="0"/>
              <a:t> </a:t>
            </a:r>
            <a:r>
              <a:rPr lang="en-US" dirty="0" err="1"/>
              <a:t>základě</a:t>
            </a:r>
            <a:r>
              <a:rPr lang="en-US" dirty="0"/>
              <a:t> </a:t>
            </a:r>
            <a:r>
              <a:rPr lang="en-US" dirty="0" err="1"/>
              <a:t>dostupného</a:t>
            </a:r>
            <a:r>
              <a:rPr lang="en-US" dirty="0"/>
              <a:t> </a:t>
            </a:r>
            <a:r>
              <a:rPr lang="en-US" dirty="0" err="1"/>
              <a:t>prostoru</a:t>
            </a:r>
            <a:r>
              <a:rPr lang="en-US" dirty="0"/>
              <a:t> a </a:t>
            </a:r>
            <a:r>
              <a:rPr lang="en-US" dirty="0" err="1"/>
              <a:t>odhadů</a:t>
            </a:r>
            <a:r>
              <a:rPr lang="en-US" dirty="0"/>
              <a:t> </a:t>
            </a:r>
            <a:r>
              <a:rPr lang="en-US" dirty="0" err="1"/>
              <a:t>velikosti</a:t>
            </a:r>
            <a:r>
              <a:rPr lang="en-US" dirty="0"/>
              <a:t> </a:t>
            </a:r>
            <a:r>
              <a:rPr lang="en-US" dirty="0" err="1"/>
              <a:t>písmen</a:t>
            </a:r>
            <a:r>
              <a:rPr lang="en-US" dirty="0"/>
              <a:t>.</a:t>
            </a:r>
            <a:endParaRPr lang="en-GB" b="0" i="0" dirty="0">
              <a:solidFill>
                <a:srgbClr val="212121"/>
              </a:solidFill>
              <a:effectLst/>
              <a:latin typeface="Roboto" panose="02000000000000000000" pitchFamily="2" charset="0"/>
            </a:endParaRPr>
          </a:p>
        </p:txBody>
      </p:sp>
      <p:sp>
        <p:nvSpPr>
          <p:cNvPr id="4" name="Zástupný symbol pro číslo snímku 3">
            <a:extLst>
              <a:ext uri="{FF2B5EF4-FFF2-40B4-BE49-F238E27FC236}">
                <a16:creationId xmlns:a16="http://schemas.microsoft.com/office/drawing/2014/main" id="{295775FE-F138-9474-2B50-C80279CDDD6D}"/>
              </a:ext>
            </a:extLst>
          </p:cNvPr>
          <p:cNvSpPr>
            <a:spLocks noGrp="1"/>
          </p:cNvSpPr>
          <p:nvPr>
            <p:ph type="sldNum" sz="quarter" idx="10"/>
          </p:nvPr>
        </p:nvSpPr>
        <p:spPr/>
        <p:txBody>
          <a:bodyPr/>
          <a:lstStyle/>
          <a:p>
            <a:fld id="{511FA9D6-BDC7-4110-B055-029A3A5CC98B}" type="slidenum">
              <a:rPr lang="cs-CZ" altLang="cs-CZ" smtClean="0"/>
              <a:pPr/>
              <a:t>20</a:t>
            </a:fld>
            <a:endParaRPr lang="cs-CZ" altLang="cs-CZ"/>
          </a:p>
        </p:txBody>
      </p:sp>
    </p:spTree>
    <p:extLst>
      <p:ext uri="{BB962C8B-B14F-4D97-AF65-F5344CB8AC3E}">
        <p14:creationId xmlns:p14="http://schemas.microsoft.com/office/powerpoint/2010/main" val="3881952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96667-F509-C0F9-BC6E-85FAF7D63339}"/>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B7FCA0AE-7CE2-C7E3-9593-BA54CBCB518F}"/>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8427E341-4BB6-6D89-D931-7E7D781036B2}"/>
              </a:ext>
            </a:extLst>
          </p:cNvPr>
          <p:cNvSpPr>
            <a:spLocks noGrp="1"/>
          </p:cNvSpPr>
          <p:nvPr>
            <p:ph type="body" idx="1"/>
          </p:nvPr>
        </p:nvSpPr>
        <p:spPr/>
        <p:txBody>
          <a:bodyPr/>
          <a:lstStyle/>
          <a:p>
            <a:pPr marL="171450" indent="-171450">
              <a:buFont typeface="Arial" panose="020B0604020202020204" pitchFamily="34" charset="0"/>
              <a:buChar char="•"/>
            </a:pPr>
            <a:r>
              <a:rPr lang="en-US" dirty="0" err="1"/>
              <a:t>Protože</a:t>
            </a:r>
            <a:r>
              <a:rPr lang="en-US" dirty="0"/>
              <a:t> </a:t>
            </a:r>
            <a:r>
              <a:rPr lang="en-US" dirty="0" err="1"/>
              <a:t>širší</a:t>
            </a:r>
            <a:r>
              <a:rPr lang="en-US" dirty="0"/>
              <a:t> </a:t>
            </a:r>
            <a:r>
              <a:rPr lang="en-US" dirty="0" err="1"/>
              <a:t>styly</a:t>
            </a:r>
            <a:r>
              <a:rPr lang="en-US" dirty="0"/>
              <a:t> </a:t>
            </a:r>
            <a:r>
              <a:rPr lang="en-US" dirty="0" err="1"/>
              <a:t>zabírají</a:t>
            </a:r>
            <a:r>
              <a:rPr lang="en-US" dirty="0"/>
              <a:t> </a:t>
            </a:r>
            <a:r>
              <a:rPr lang="en-US" dirty="0" err="1"/>
              <a:t>více</a:t>
            </a:r>
            <a:r>
              <a:rPr lang="en-US" dirty="0"/>
              <a:t> </a:t>
            </a:r>
            <a:r>
              <a:rPr lang="en-US" dirty="0" err="1"/>
              <a:t>místa</a:t>
            </a:r>
            <a:r>
              <a:rPr lang="en-US" dirty="0"/>
              <a:t>, </a:t>
            </a:r>
            <a:r>
              <a:rPr lang="en-US" dirty="0" err="1"/>
              <a:t>vyhněte</a:t>
            </a:r>
            <a:r>
              <a:rPr lang="en-US" dirty="0"/>
              <a:t> se </a:t>
            </a:r>
            <a:r>
              <a:rPr lang="en-US" dirty="0" err="1"/>
              <a:t>jejich</a:t>
            </a:r>
            <a:r>
              <a:rPr lang="en-US" dirty="0"/>
              <a:t> </a:t>
            </a:r>
            <a:r>
              <a:rPr lang="en-US" dirty="0" err="1"/>
              <a:t>používání</a:t>
            </a:r>
            <a:r>
              <a:rPr lang="en-US" dirty="0"/>
              <a:t> v </a:t>
            </a:r>
            <a:r>
              <a:rPr lang="en-US" dirty="0" err="1"/>
              <a:t>oblastech</a:t>
            </a:r>
            <a:r>
              <a:rPr lang="en-US" dirty="0"/>
              <a:t> s </a:t>
            </a:r>
            <a:r>
              <a:rPr lang="en-US" dirty="0" err="1"/>
              <a:t>omezeným</a:t>
            </a:r>
            <a:r>
              <a:rPr lang="en-US" dirty="0"/>
              <a:t> </a:t>
            </a:r>
            <a:r>
              <a:rPr lang="en-US" dirty="0" err="1"/>
              <a:t>prostorem</a:t>
            </a:r>
            <a:r>
              <a:rPr lang="en-US" dirty="0"/>
              <a:t>, </a:t>
            </a:r>
            <a:r>
              <a:rPr lang="en-US" dirty="0" err="1"/>
              <a:t>jako</a:t>
            </a:r>
            <a:r>
              <a:rPr lang="en-US" dirty="0"/>
              <a:t> je </a:t>
            </a:r>
            <a:r>
              <a:rPr lang="en-US" dirty="0" err="1"/>
              <a:t>například</a:t>
            </a:r>
            <a:r>
              <a:rPr lang="en-US" dirty="0"/>
              <a:t> </a:t>
            </a:r>
            <a:r>
              <a:rPr lang="en-US" dirty="0" err="1"/>
              <a:t>horní</a:t>
            </a:r>
            <a:r>
              <a:rPr lang="en-US" dirty="0"/>
              <a:t> </a:t>
            </a:r>
            <a:r>
              <a:rPr lang="en-US" dirty="0" err="1"/>
              <a:t>lišta</a:t>
            </a:r>
            <a:r>
              <a:rPr lang="en-US" dirty="0"/>
              <a:t> </a:t>
            </a:r>
            <a:r>
              <a:rPr lang="en-US" dirty="0" err="1"/>
              <a:t>aplikace</a:t>
            </a:r>
            <a:r>
              <a:rPr lang="en-US" dirty="0"/>
              <a:t> (top app bar).</a:t>
            </a:r>
            <a:endParaRPr lang="cs-CZ" dirty="0"/>
          </a:p>
          <a:p>
            <a:pPr marL="171450" indent="-171450">
              <a:buFont typeface="Arial" panose="020B0604020202020204" pitchFamily="34" charset="0"/>
              <a:buChar char="•"/>
            </a:pPr>
            <a:r>
              <a:rPr lang="cs-CZ" dirty="0"/>
              <a:t>Tady v ukázce vidíte, jak nadpis téměř splývá se znakem vedle a to je opět matoucí. </a:t>
            </a:r>
          </a:p>
          <a:p>
            <a:pPr marL="171450" indent="-171450">
              <a:buFont typeface="Arial" panose="020B0604020202020204" pitchFamily="34" charset="0"/>
              <a:buChar char="•"/>
            </a:pPr>
            <a:r>
              <a:rPr lang="en-US" dirty="0"/>
              <a:t>Pro </a:t>
            </a:r>
            <a:r>
              <a:rPr lang="en-US" dirty="0" err="1"/>
              <a:t>takové</a:t>
            </a:r>
            <a:r>
              <a:rPr lang="en-US" dirty="0"/>
              <a:t> </a:t>
            </a:r>
            <a:r>
              <a:rPr lang="en-US" dirty="0" err="1"/>
              <a:t>oblasti</a:t>
            </a:r>
            <a:r>
              <a:rPr lang="en-US" dirty="0"/>
              <a:t> je </a:t>
            </a:r>
            <a:r>
              <a:rPr lang="en-US" dirty="0" err="1"/>
              <a:t>lepší</a:t>
            </a:r>
            <a:r>
              <a:rPr lang="en-US" dirty="0"/>
              <a:t> </a:t>
            </a:r>
            <a:r>
              <a:rPr lang="en-US" dirty="0" err="1"/>
              <a:t>používat</a:t>
            </a:r>
            <a:r>
              <a:rPr lang="en-US" dirty="0"/>
              <a:t> </a:t>
            </a:r>
            <a:r>
              <a:rPr lang="en-US" dirty="0" err="1"/>
              <a:t>užší</a:t>
            </a:r>
            <a:r>
              <a:rPr lang="en-US" dirty="0"/>
              <a:t> </a:t>
            </a:r>
            <a:r>
              <a:rPr lang="en-US" dirty="0" err="1"/>
              <a:t>písmo</a:t>
            </a:r>
            <a:r>
              <a:rPr lang="en-US" dirty="0"/>
              <a:t> </a:t>
            </a:r>
            <a:r>
              <a:rPr lang="en-US" dirty="0" err="1"/>
              <a:t>nebo</a:t>
            </a:r>
            <a:r>
              <a:rPr lang="en-US" dirty="0"/>
              <a:t> </a:t>
            </a:r>
            <a:r>
              <a:rPr lang="en-US" dirty="0" err="1"/>
              <a:t>kompaktní</a:t>
            </a:r>
            <a:r>
              <a:rPr lang="en-US" dirty="0"/>
              <a:t> </a:t>
            </a:r>
            <a:r>
              <a:rPr lang="en-US" dirty="0" err="1"/>
              <a:t>fonty</a:t>
            </a:r>
            <a:r>
              <a:rPr lang="en-US" dirty="0"/>
              <a:t>, </a:t>
            </a:r>
            <a:r>
              <a:rPr lang="en-US" dirty="0" err="1"/>
              <a:t>které</a:t>
            </a:r>
            <a:r>
              <a:rPr lang="en-US" dirty="0"/>
              <a:t> </a:t>
            </a:r>
            <a:r>
              <a:rPr lang="en-US" dirty="0" err="1"/>
              <a:t>zajistí</a:t>
            </a:r>
            <a:r>
              <a:rPr lang="en-US" dirty="0"/>
              <a:t>, </a:t>
            </a:r>
            <a:r>
              <a:rPr lang="en-US" dirty="0" err="1"/>
              <a:t>že</a:t>
            </a:r>
            <a:r>
              <a:rPr lang="en-US" dirty="0"/>
              <a:t> text </a:t>
            </a:r>
            <a:r>
              <a:rPr lang="en-US" dirty="0" err="1"/>
              <a:t>nebude</a:t>
            </a:r>
            <a:r>
              <a:rPr lang="en-US" dirty="0"/>
              <a:t> </a:t>
            </a:r>
            <a:r>
              <a:rPr lang="en-US" dirty="0" err="1"/>
              <a:t>zabírat</a:t>
            </a:r>
            <a:r>
              <a:rPr lang="en-US" dirty="0"/>
              <a:t> </a:t>
            </a:r>
            <a:r>
              <a:rPr lang="en-US" dirty="0" err="1"/>
              <a:t>příliš</a:t>
            </a:r>
            <a:r>
              <a:rPr lang="en-US" dirty="0"/>
              <a:t> </a:t>
            </a:r>
            <a:r>
              <a:rPr lang="en-US" dirty="0" err="1"/>
              <a:t>mnoho</a:t>
            </a:r>
            <a:r>
              <a:rPr lang="en-US" dirty="0"/>
              <a:t> </a:t>
            </a:r>
            <a:r>
              <a:rPr lang="en-US" dirty="0" err="1"/>
              <a:t>místa</a:t>
            </a:r>
            <a:r>
              <a:rPr lang="en-US" dirty="0"/>
              <a:t> a </a:t>
            </a:r>
            <a:r>
              <a:rPr lang="en-US" dirty="0" err="1"/>
              <a:t>bude</a:t>
            </a:r>
            <a:r>
              <a:rPr lang="en-US" dirty="0"/>
              <a:t> </a:t>
            </a:r>
            <a:r>
              <a:rPr lang="en-US" dirty="0" err="1"/>
              <a:t>čitelný</a:t>
            </a:r>
            <a:r>
              <a:rPr lang="en-US" dirty="0"/>
              <a:t>.</a:t>
            </a:r>
            <a:endParaRPr lang="cs-CZ" dirty="0"/>
          </a:p>
          <a:p>
            <a:pPr marL="171450" indent="-171450">
              <a:buFont typeface="Arial" panose="020B0604020202020204" pitchFamily="34" charset="0"/>
              <a:buChar char="•"/>
            </a:pPr>
            <a:r>
              <a:rPr lang="cs-CZ" dirty="0"/>
              <a:t>Přesně jako na tomto příkladě. A můžete povážit sami, co je čitelnější.</a:t>
            </a:r>
            <a:endParaRPr lang="en-US" dirty="0"/>
          </a:p>
        </p:txBody>
      </p:sp>
      <p:sp>
        <p:nvSpPr>
          <p:cNvPr id="4" name="Zástupný symbol pro číslo snímku 3">
            <a:extLst>
              <a:ext uri="{FF2B5EF4-FFF2-40B4-BE49-F238E27FC236}">
                <a16:creationId xmlns:a16="http://schemas.microsoft.com/office/drawing/2014/main" id="{618DB644-84FA-1509-077B-908EF4143655}"/>
              </a:ext>
            </a:extLst>
          </p:cNvPr>
          <p:cNvSpPr>
            <a:spLocks noGrp="1"/>
          </p:cNvSpPr>
          <p:nvPr>
            <p:ph type="sldNum" sz="quarter" idx="10"/>
          </p:nvPr>
        </p:nvSpPr>
        <p:spPr/>
        <p:txBody>
          <a:bodyPr/>
          <a:lstStyle/>
          <a:p>
            <a:fld id="{511FA9D6-BDC7-4110-B055-029A3A5CC98B}" type="slidenum">
              <a:rPr lang="cs-CZ" altLang="cs-CZ" smtClean="0"/>
              <a:pPr/>
              <a:t>21</a:t>
            </a:fld>
            <a:endParaRPr lang="cs-CZ" altLang="cs-CZ"/>
          </a:p>
        </p:txBody>
      </p:sp>
    </p:spTree>
    <p:extLst>
      <p:ext uri="{BB962C8B-B14F-4D97-AF65-F5344CB8AC3E}">
        <p14:creationId xmlns:p14="http://schemas.microsoft.com/office/powerpoint/2010/main" val="2683660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58FF-A448-E51F-F43C-F4CB39FF1DCB}"/>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7BEDAADC-14CD-7EB6-7247-317BB66FDCC9}"/>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C4C69A4B-208E-E87A-2679-38AD58413D32}"/>
              </a:ext>
            </a:extLst>
          </p:cNvPr>
          <p:cNvSpPr>
            <a:spLocks noGrp="1"/>
          </p:cNvSpPr>
          <p:nvPr>
            <p:ph type="body" idx="1"/>
          </p:nvPr>
        </p:nvSpPr>
        <p:spPr/>
        <p:txBody>
          <a:bodyPr/>
          <a:lstStyle/>
          <a:p>
            <a:pPr marL="171450" indent="-171450">
              <a:buFont typeface="Arial" panose="020B0604020202020204" pitchFamily="34" charset="0"/>
              <a:buChar char="•"/>
            </a:pPr>
            <a:r>
              <a:rPr lang="cs-CZ" b="0" i="0" dirty="0">
                <a:solidFill>
                  <a:srgbClr val="424242"/>
                </a:solidFill>
                <a:effectLst/>
                <a:latin typeface="Roboto" panose="02000000000000000000" pitchFamily="2" charset="0"/>
              </a:rPr>
              <a:t>Také t</a:t>
            </a:r>
            <a:r>
              <a:rPr lang="en-US" dirty="0" err="1"/>
              <a:t>enčí</a:t>
            </a:r>
            <a:r>
              <a:rPr lang="en-US" dirty="0"/>
              <a:t> </a:t>
            </a:r>
            <a:r>
              <a:rPr lang="en-US" dirty="0" err="1"/>
              <a:t>písmo</a:t>
            </a:r>
            <a:r>
              <a:rPr lang="en-US" dirty="0"/>
              <a:t> </a:t>
            </a:r>
            <a:r>
              <a:rPr lang="en-US" dirty="0" err="1"/>
              <a:t>umožňuje</a:t>
            </a:r>
            <a:r>
              <a:rPr lang="en-US" dirty="0"/>
              <a:t>, aby se </a:t>
            </a:r>
            <a:r>
              <a:rPr lang="en-US" dirty="0" err="1"/>
              <a:t>při</a:t>
            </a:r>
            <a:r>
              <a:rPr lang="en-US" dirty="0"/>
              <a:t> </a:t>
            </a:r>
            <a:r>
              <a:rPr lang="en-US" dirty="0" err="1"/>
              <a:t>menších</a:t>
            </a:r>
            <a:r>
              <a:rPr lang="en-US" dirty="0"/>
              <a:t> </a:t>
            </a:r>
            <a:r>
              <a:rPr lang="en-US" dirty="0" err="1"/>
              <a:t>velikostech</a:t>
            </a:r>
            <a:r>
              <a:rPr lang="en-US" dirty="0"/>
              <a:t> </a:t>
            </a:r>
            <a:r>
              <a:rPr lang="en-US" dirty="0" err="1"/>
              <a:t>vešlo</a:t>
            </a:r>
            <a:r>
              <a:rPr lang="en-US" dirty="0"/>
              <a:t> </a:t>
            </a:r>
            <a:r>
              <a:rPr lang="en-US" dirty="0" err="1"/>
              <a:t>více</a:t>
            </a:r>
            <a:r>
              <a:rPr lang="en-US" dirty="0"/>
              <a:t> </a:t>
            </a:r>
            <a:r>
              <a:rPr lang="en-US" dirty="0" err="1"/>
              <a:t>znaků</a:t>
            </a:r>
            <a:r>
              <a:rPr lang="en-US" dirty="0"/>
              <a:t>, </a:t>
            </a:r>
            <a:r>
              <a:rPr lang="en-US" dirty="0" err="1"/>
              <a:t>například</a:t>
            </a:r>
            <a:r>
              <a:rPr lang="en-US" dirty="0"/>
              <a:t> v </a:t>
            </a:r>
            <a:r>
              <a:rPr lang="en-US" dirty="0" err="1"/>
              <a:t>popiscích</a:t>
            </a:r>
            <a:r>
              <a:rPr lang="en-US" dirty="0"/>
              <a:t> (label).</a:t>
            </a:r>
            <a:endParaRPr lang="cs-CZ" dirty="0"/>
          </a:p>
          <a:p>
            <a:pPr marL="171450" indent="-171450">
              <a:buFont typeface="Arial" panose="020B0604020202020204" pitchFamily="34" charset="0"/>
              <a:buChar char="•"/>
            </a:pPr>
            <a:r>
              <a:rPr lang="en-US" dirty="0" err="1"/>
              <a:t>Použití</a:t>
            </a:r>
            <a:r>
              <a:rPr lang="en-US" dirty="0"/>
              <a:t> </a:t>
            </a:r>
            <a:r>
              <a:rPr lang="en-US" dirty="0" err="1"/>
              <a:t>tenčích</a:t>
            </a:r>
            <a:r>
              <a:rPr lang="en-US" dirty="0"/>
              <a:t> </a:t>
            </a:r>
            <a:r>
              <a:rPr lang="en-US" dirty="0" err="1"/>
              <a:t>písem</a:t>
            </a:r>
            <a:r>
              <a:rPr lang="en-US" dirty="0"/>
              <a:t> v </a:t>
            </a:r>
            <a:r>
              <a:rPr lang="en-US" dirty="0" err="1"/>
              <a:t>takových</a:t>
            </a:r>
            <a:r>
              <a:rPr lang="en-US" dirty="0"/>
              <a:t> </a:t>
            </a:r>
            <a:r>
              <a:rPr lang="en-US" dirty="0" err="1"/>
              <a:t>případech</a:t>
            </a:r>
            <a:r>
              <a:rPr lang="en-US" dirty="0"/>
              <a:t> </a:t>
            </a:r>
            <a:r>
              <a:rPr lang="en-US" dirty="0" err="1"/>
              <a:t>zajišťuje</a:t>
            </a:r>
            <a:r>
              <a:rPr lang="en-US" dirty="0"/>
              <a:t>, </a:t>
            </a:r>
            <a:r>
              <a:rPr lang="en-US" dirty="0" err="1"/>
              <a:t>že</a:t>
            </a:r>
            <a:r>
              <a:rPr lang="en-US" dirty="0"/>
              <a:t> text </a:t>
            </a:r>
            <a:r>
              <a:rPr lang="en-US" dirty="0" err="1"/>
              <a:t>zůstane</a:t>
            </a:r>
            <a:r>
              <a:rPr lang="en-US" dirty="0"/>
              <a:t> </a:t>
            </a:r>
            <a:r>
              <a:rPr lang="en-US" dirty="0" err="1"/>
              <a:t>čitelný</a:t>
            </a:r>
            <a:r>
              <a:rPr lang="en-US" dirty="0"/>
              <a:t> </a:t>
            </a:r>
            <a:r>
              <a:rPr lang="en-US" dirty="0" err="1"/>
              <a:t>i</a:t>
            </a:r>
            <a:r>
              <a:rPr lang="en-US" dirty="0"/>
              <a:t> </a:t>
            </a:r>
            <a:r>
              <a:rPr lang="en-US" dirty="0" err="1"/>
              <a:t>při</a:t>
            </a:r>
            <a:r>
              <a:rPr lang="en-US" dirty="0"/>
              <a:t> </a:t>
            </a:r>
            <a:r>
              <a:rPr lang="en-US" dirty="0" err="1"/>
              <a:t>omezeném</a:t>
            </a:r>
            <a:r>
              <a:rPr lang="en-US" dirty="0"/>
              <a:t> </a:t>
            </a:r>
            <a:r>
              <a:rPr lang="en-US" dirty="0" err="1"/>
              <a:t>prostoru</a:t>
            </a:r>
            <a:r>
              <a:rPr lang="en-US" dirty="0"/>
              <a:t>, </a:t>
            </a:r>
            <a:r>
              <a:rPr lang="en-US" dirty="0" err="1"/>
              <a:t>aniž</a:t>
            </a:r>
            <a:r>
              <a:rPr lang="en-US" dirty="0"/>
              <a:t> by se text </a:t>
            </a:r>
            <a:r>
              <a:rPr lang="en-US" dirty="0" err="1"/>
              <a:t>stal</a:t>
            </a:r>
            <a:r>
              <a:rPr lang="en-US" dirty="0"/>
              <a:t> </a:t>
            </a:r>
            <a:r>
              <a:rPr lang="en-US" dirty="0" err="1"/>
              <a:t>příliš</a:t>
            </a:r>
            <a:r>
              <a:rPr lang="en-US" dirty="0"/>
              <a:t> </a:t>
            </a:r>
            <a:r>
              <a:rPr lang="en-US" dirty="0" err="1"/>
              <a:t>stísněným</a:t>
            </a:r>
            <a:r>
              <a:rPr lang="en-US" dirty="0"/>
              <a:t> </a:t>
            </a:r>
            <a:r>
              <a:rPr lang="en-US" dirty="0" err="1"/>
              <a:t>nebo</a:t>
            </a:r>
            <a:r>
              <a:rPr lang="en-US" dirty="0"/>
              <a:t> </a:t>
            </a:r>
            <a:r>
              <a:rPr lang="en-US" dirty="0" err="1"/>
              <a:t>nečitelným</a:t>
            </a:r>
            <a:r>
              <a:rPr lang="en-US" dirty="0"/>
              <a:t>. </a:t>
            </a:r>
            <a:endParaRPr lang="cs-CZ" dirty="0"/>
          </a:p>
          <a:p>
            <a:pPr marL="171450" indent="-171450">
              <a:buFont typeface="Arial" panose="020B0604020202020204" pitchFamily="34" charset="0"/>
              <a:buChar char="•"/>
            </a:pPr>
            <a:r>
              <a:rPr lang="en-US" dirty="0"/>
              <a:t>To je </a:t>
            </a:r>
            <a:r>
              <a:rPr lang="en-US" dirty="0" err="1"/>
              <a:t>obzvlášť</a:t>
            </a:r>
            <a:r>
              <a:rPr lang="en-US" dirty="0"/>
              <a:t> </a:t>
            </a:r>
            <a:r>
              <a:rPr lang="en-US" dirty="0" err="1"/>
              <a:t>užitečné</a:t>
            </a:r>
            <a:r>
              <a:rPr lang="en-US" dirty="0"/>
              <a:t> v </a:t>
            </a:r>
            <a:r>
              <a:rPr lang="en-US" dirty="0" err="1"/>
              <a:t>situacích</a:t>
            </a:r>
            <a:r>
              <a:rPr lang="en-US" dirty="0"/>
              <a:t>, </a:t>
            </a:r>
            <a:r>
              <a:rPr lang="en-US" dirty="0" err="1"/>
              <a:t>kdy</a:t>
            </a:r>
            <a:r>
              <a:rPr lang="en-US" dirty="0"/>
              <a:t> je </a:t>
            </a:r>
            <a:r>
              <a:rPr lang="en-US" dirty="0" err="1"/>
              <a:t>třeba</a:t>
            </a:r>
            <a:r>
              <a:rPr lang="en-US" dirty="0"/>
              <a:t> </a:t>
            </a:r>
            <a:r>
              <a:rPr lang="en-US" dirty="0" err="1"/>
              <a:t>umístit</a:t>
            </a:r>
            <a:r>
              <a:rPr lang="en-US" dirty="0"/>
              <a:t> </a:t>
            </a:r>
            <a:r>
              <a:rPr lang="en-US" dirty="0" err="1"/>
              <a:t>více</a:t>
            </a:r>
            <a:r>
              <a:rPr lang="en-US" dirty="0"/>
              <a:t> </a:t>
            </a:r>
            <a:r>
              <a:rPr lang="en-US" dirty="0" err="1"/>
              <a:t>informací</a:t>
            </a:r>
            <a:r>
              <a:rPr lang="en-US" dirty="0"/>
              <a:t> </a:t>
            </a:r>
            <a:r>
              <a:rPr lang="en-US" dirty="0" err="1"/>
              <a:t>na</a:t>
            </a:r>
            <a:r>
              <a:rPr lang="en-US" dirty="0"/>
              <a:t> </a:t>
            </a:r>
            <a:r>
              <a:rPr lang="en-US" dirty="0" err="1"/>
              <a:t>malou</a:t>
            </a:r>
            <a:r>
              <a:rPr lang="en-US" dirty="0"/>
              <a:t> </a:t>
            </a:r>
            <a:r>
              <a:rPr lang="en-US" dirty="0" err="1"/>
              <a:t>plochu</a:t>
            </a:r>
            <a:r>
              <a:rPr lang="en-US" dirty="0"/>
              <a:t>, </a:t>
            </a:r>
            <a:r>
              <a:rPr lang="en-US" dirty="0" err="1"/>
              <a:t>jako</a:t>
            </a:r>
            <a:r>
              <a:rPr lang="en-US" dirty="0"/>
              <a:t> </a:t>
            </a:r>
            <a:r>
              <a:rPr lang="en-US" dirty="0" err="1"/>
              <a:t>jsou</a:t>
            </a:r>
            <a:r>
              <a:rPr lang="en-US" dirty="0"/>
              <a:t> </a:t>
            </a:r>
            <a:r>
              <a:rPr lang="en-US" dirty="0" err="1"/>
              <a:t>tlačítka</a:t>
            </a:r>
            <a:r>
              <a:rPr lang="en-US" dirty="0"/>
              <a:t>, </a:t>
            </a:r>
            <a:r>
              <a:rPr lang="en-US" dirty="0" err="1"/>
              <a:t>popisky</a:t>
            </a:r>
            <a:r>
              <a:rPr lang="en-US" dirty="0"/>
              <a:t> </a:t>
            </a:r>
            <a:r>
              <a:rPr lang="en-US" dirty="0" err="1"/>
              <a:t>nebo</a:t>
            </a:r>
            <a:r>
              <a:rPr lang="en-US" dirty="0"/>
              <a:t> </a:t>
            </a:r>
            <a:r>
              <a:rPr lang="en-US" dirty="0" err="1"/>
              <a:t>menší</a:t>
            </a:r>
            <a:r>
              <a:rPr lang="en-US" dirty="0"/>
              <a:t> </a:t>
            </a:r>
            <a:r>
              <a:rPr lang="en-US" dirty="0" err="1"/>
              <a:t>obrazovky</a:t>
            </a:r>
            <a:r>
              <a:rPr lang="en-US" dirty="0"/>
              <a:t>.</a:t>
            </a:r>
            <a:endParaRPr lang="cs-CZ" dirty="0"/>
          </a:p>
          <a:p>
            <a:pPr marL="171450" indent="-171450">
              <a:buFont typeface="Arial" panose="020B0604020202020204" pitchFamily="34" charset="0"/>
              <a:buChar char="•"/>
            </a:pPr>
            <a:r>
              <a:rPr lang="cs-CZ" dirty="0"/>
              <a:t>Ale musíme si dát pozor abychom tenký text také nezahustili, protože bychom opět tuto dobrou myšlenku otočili v nepřehledný zmatek. </a:t>
            </a:r>
          </a:p>
          <a:p>
            <a:pPr marL="171450" indent="-171450">
              <a:buFont typeface="Arial" panose="020B0604020202020204" pitchFamily="34" charset="0"/>
              <a:buChar char="•"/>
            </a:pPr>
            <a:r>
              <a:rPr lang="en-GB" dirty="0"/>
              <a:t>V </a:t>
            </a:r>
            <a:r>
              <a:rPr lang="en-GB" dirty="0" err="1"/>
              <a:t>tomto</a:t>
            </a:r>
            <a:r>
              <a:rPr lang="en-GB" dirty="0"/>
              <a:t> p</a:t>
            </a:r>
            <a:r>
              <a:rPr lang="cs-CZ" dirty="0"/>
              <a:t>řípadě to nejhorší není. Tlačítka mohou být důležitá pro fungování aplikace, hůř se na ně kliká, ... Dá se o tom diskutovat </a:t>
            </a:r>
            <a:endParaRPr lang="en-US" dirty="0"/>
          </a:p>
          <a:p>
            <a:pPr marL="171450" indent="-171450" algn="l" fontAlgn="base">
              <a:lnSpc>
                <a:spcPts val="1800"/>
              </a:lnSpc>
              <a:spcAft>
                <a:spcPts val="1500"/>
              </a:spcAft>
              <a:buFont typeface="Arial" panose="020B0604020202020204" pitchFamily="34" charset="0"/>
              <a:buChar char="•"/>
            </a:pPr>
            <a:endParaRPr lang="cs-CZ" b="0" i="0" dirty="0">
              <a:solidFill>
                <a:srgbClr val="424242"/>
              </a:solidFill>
              <a:effectLst/>
              <a:latin typeface="Roboto" panose="02000000000000000000" pitchFamily="2" charset="0"/>
            </a:endParaRPr>
          </a:p>
        </p:txBody>
      </p:sp>
      <p:sp>
        <p:nvSpPr>
          <p:cNvPr id="4" name="Zástupný symbol pro číslo snímku 3">
            <a:extLst>
              <a:ext uri="{FF2B5EF4-FFF2-40B4-BE49-F238E27FC236}">
                <a16:creationId xmlns:a16="http://schemas.microsoft.com/office/drawing/2014/main" id="{0C923F9D-E1B4-47D9-5D5D-2576E4001E3A}"/>
              </a:ext>
            </a:extLst>
          </p:cNvPr>
          <p:cNvSpPr>
            <a:spLocks noGrp="1"/>
          </p:cNvSpPr>
          <p:nvPr>
            <p:ph type="sldNum" sz="quarter" idx="10"/>
          </p:nvPr>
        </p:nvSpPr>
        <p:spPr/>
        <p:txBody>
          <a:bodyPr/>
          <a:lstStyle/>
          <a:p>
            <a:fld id="{511FA9D6-BDC7-4110-B055-029A3A5CC98B}" type="slidenum">
              <a:rPr lang="cs-CZ" altLang="cs-CZ" smtClean="0"/>
              <a:pPr/>
              <a:t>22</a:t>
            </a:fld>
            <a:endParaRPr lang="cs-CZ" altLang="cs-CZ"/>
          </a:p>
        </p:txBody>
      </p:sp>
    </p:spTree>
    <p:extLst>
      <p:ext uri="{BB962C8B-B14F-4D97-AF65-F5344CB8AC3E}">
        <p14:creationId xmlns:p14="http://schemas.microsoft.com/office/powerpoint/2010/main" val="40830064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err="1"/>
              <a:t>Nepoužívejte</a:t>
            </a:r>
            <a:r>
              <a:rPr lang="en-US" dirty="0"/>
              <a:t> </a:t>
            </a:r>
            <a:r>
              <a:rPr lang="en-US" dirty="0" err="1"/>
              <a:t>velké</a:t>
            </a:r>
            <a:r>
              <a:rPr lang="en-US" dirty="0"/>
              <a:t> </a:t>
            </a:r>
            <a:r>
              <a:rPr lang="en-US" dirty="0" err="1"/>
              <a:t>optické</a:t>
            </a:r>
            <a:r>
              <a:rPr lang="en-US" dirty="0"/>
              <a:t> </a:t>
            </a:r>
            <a:r>
              <a:rPr lang="en-US" dirty="0" err="1"/>
              <a:t>velikosti</a:t>
            </a:r>
            <a:r>
              <a:rPr lang="en-US" dirty="0"/>
              <a:t> </a:t>
            </a:r>
            <a:r>
              <a:rPr lang="en-US" dirty="0" err="1"/>
              <a:t>písma</a:t>
            </a:r>
            <a:r>
              <a:rPr lang="en-US" dirty="0"/>
              <a:t> </a:t>
            </a:r>
            <a:r>
              <a:rPr lang="en-US" dirty="0" err="1"/>
              <a:t>při</a:t>
            </a:r>
            <a:r>
              <a:rPr lang="en-US" dirty="0"/>
              <a:t> </a:t>
            </a:r>
            <a:r>
              <a:rPr lang="en-US" dirty="0" err="1"/>
              <a:t>malých</a:t>
            </a:r>
            <a:r>
              <a:rPr lang="en-US" dirty="0"/>
              <a:t> </a:t>
            </a:r>
            <a:r>
              <a:rPr lang="en-US" dirty="0" err="1"/>
              <a:t>velikostech</a:t>
            </a:r>
            <a:r>
              <a:rPr lang="en-US" dirty="0"/>
              <a:t>. </a:t>
            </a:r>
            <a:r>
              <a:rPr lang="en-US" dirty="0" err="1"/>
              <a:t>Místo</a:t>
            </a:r>
            <a:r>
              <a:rPr lang="en-US" dirty="0"/>
              <a:t> toho </a:t>
            </a:r>
            <a:r>
              <a:rPr lang="en-US" dirty="0" err="1"/>
              <a:t>použijte</a:t>
            </a:r>
            <a:r>
              <a:rPr lang="en-US" dirty="0"/>
              <a:t> </a:t>
            </a:r>
            <a:r>
              <a:rPr lang="en-US" dirty="0" err="1"/>
              <a:t>menší</a:t>
            </a:r>
            <a:r>
              <a:rPr lang="en-US" dirty="0"/>
              <a:t> </a:t>
            </a:r>
            <a:r>
              <a:rPr lang="en-US" dirty="0" err="1"/>
              <a:t>optickou</a:t>
            </a:r>
            <a:r>
              <a:rPr lang="en-US" dirty="0"/>
              <a:t> </a:t>
            </a:r>
            <a:r>
              <a:rPr lang="en-US" dirty="0" err="1"/>
              <a:t>velikost</a:t>
            </a:r>
            <a:r>
              <a:rPr lang="en-US" dirty="0"/>
              <a:t>, </a:t>
            </a:r>
            <a:r>
              <a:rPr lang="en-US" dirty="0" err="1"/>
              <a:t>pokud</a:t>
            </a:r>
            <a:r>
              <a:rPr lang="en-US" dirty="0"/>
              <a:t> je k </a:t>
            </a:r>
            <a:r>
              <a:rPr lang="en-US" dirty="0" err="1"/>
              <a:t>dispozici</a:t>
            </a:r>
            <a:r>
              <a:rPr lang="en-US" dirty="0"/>
              <a:t>.</a:t>
            </a:r>
            <a:endParaRPr lang="cs-CZ" dirty="0"/>
          </a:p>
          <a:p>
            <a:pPr marL="171450" indent="-171450">
              <a:buFont typeface="Arial" panose="020B0604020202020204" pitchFamily="34" charset="0"/>
              <a:buChar char="•"/>
            </a:pPr>
            <a:r>
              <a:rPr lang="cs-CZ" dirty="0"/>
              <a:t>Def. Optická velikost – existují styly písma, které jsou přímo navržené na to být nadpisy, tělo, ... (nepoužívat písmo, které bylo určeno na nadpis v body)</a:t>
            </a:r>
          </a:p>
        </p:txBody>
      </p:sp>
      <p:sp>
        <p:nvSpPr>
          <p:cNvPr id="4" name="Slide Number Placeholder 3"/>
          <p:cNvSpPr>
            <a:spLocks noGrp="1"/>
          </p:cNvSpPr>
          <p:nvPr>
            <p:ph type="sldNum" sz="quarter" idx="5"/>
          </p:nvPr>
        </p:nvSpPr>
        <p:spPr/>
        <p:txBody>
          <a:bodyPr/>
          <a:lstStyle/>
          <a:p>
            <a:fld id="{511FA9D6-BDC7-4110-B055-029A3A5CC98B}" type="slidenum">
              <a:rPr lang="cs-CZ" altLang="cs-CZ" smtClean="0"/>
              <a:pPr/>
              <a:t>23</a:t>
            </a:fld>
            <a:endParaRPr lang="cs-CZ" altLang="cs-CZ"/>
          </a:p>
        </p:txBody>
      </p:sp>
    </p:spTree>
    <p:extLst>
      <p:ext uri="{BB962C8B-B14F-4D97-AF65-F5344CB8AC3E}">
        <p14:creationId xmlns:p14="http://schemas.microsoft.com/office/powerpoint/2010/main" val="2196681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8F877-302B-342B-EC90-5EED31933EAB}"/>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632264A8-3E76-9EBF-42ED-57FB8512D717}"/>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C2E02559-ABBB-99A1-C9D8-6E9309700BF1}"/>
              </a:ext>
            </a:extLst>
          </p:cNvPr>
          <p:cNvSpPr>
            <a:spLocks noGrp="1"/>
          </p:cNvSpPr>
          <p:nvPr>
            <p:ph type="body" idx="1"/>
          </p:nvPr>
        </p:nvSpPr>
        <p:spPr/>
        <p:txBody>
          <a:bodyPr/>
          <a:lstStyle/>
          <a:p>
            <a:pPr marL="171450" indent="-171450" algn="l" rtl="0" fontAlgn="base">
              <a:buFont typeface="Arial" panose="020B0604020202020204" pitchFamily="34" charset="0"/>
              <a:buChar char="•"/>
            </a:pPr>
            <a:r>
              <a:rPr lang="cs-CZ" b="0" i="0" dirty="0">
                <a:solidFill>
                  <a:srgbClr val="E6E1E3"/>
                </a:solidFill>
                <a:effectLst/>
                <a:latin typeface="Google Sans Text"/>
              </a:rPr>
              <a:t>Raději používejte </a:t>
            </a:r>
            <a:r>
              <a:rPr lang="en-GB" b="0" i="0" dirty="0">
                <a:solidFill>
                  <a:srgbClr val="E6E1E3"/>
                </a:solidFill>
                <a:effectLst/>
                <a:latin typeface="Google Sans Text"/>
              </a:rPr>
              <a:t>optical </a:t>
            </a:r>
            <a:r>
              <a:rPr lang="en-GB" b="0" i="0" dirty="0" err="1">
                <a:solidFill>
                  <a:srgbClr val="E6E1E3"/>
                </a:solidFill>
                <a:effectLst/>
                <a:latin typeface="Google Sans Text"/>
              </a:rPr>
              <a:t>siz</a:t>
            </a:r>
            <a:r>
              <a:rPr lang="cs-CZ" b="0" i="0" dirty="0">
                <a:solidFill>
                  <a:srgbClr val="E6E1E3"/>
                </a:solidFill>
                <a:effectLst/>
                <a:latin typeface="Google Sans Text"/>
              </a:rPr>
              <a:t>e, která se shoduje s velikostí písma</a:t>
            </a:r>
            <a:endParaRPr lang="en-GB" b="0" i="0" dirty="0">
              <a:solidFill>
                <a:srgbClr val="E6E1E3"/>
              </a:solidFill>
              <a:effectLst/>
              <a:latin typeface="Google Sans Text"/>
            </a:endParaRPr>
          </a:p>
        </p:txBody>
      </p:sp>
      <p:sp>
        <p:nvSpPr>
          <p:cNvPr id="4" name="Zástupný symbol pro číslo snímku 3">
            <a:extLst>
              <a:ext uri="{FF2B5EF4-FFF2-40B4-BE49-F238E27FC236}">
                <a16:creationId xmlns:a16="http://schemas.microsoft.com/office/drawing/2014/main" id="{1D89DD0A-DC9C-8FA1-F74D-F2C3FCFB0704}"/>
              </a:ext>
            </a:extLst>
          </p:cNvPr>
          <p:cNvSpPr>
            <a:spLocks noGrp="1"/>
          </p:cNvSpPr>
          <p:nvPr>
            <p:ph type="sldNum" sz="quarter" idx="10"/>
          </p:nvPr>
        </p:nvSpPr>
        <p:spPr/>
        <p:txBody>
          <a:bodyPr/>
          <a:lstStyle/>
          <a:p>
            <a:fld id="{511FA9D6-BDC7-4110-B055-029A3A5CC98B}" type="slidenum">
              <a:rPr lang="cs-CZ" altLang="cs-CZ" smtClean="0"/>
              <a:pPr/>
              <a:t>24</a:t>
            </a:fld>
            <a:endParaRPr lang="cs-CZ" altLang="cs-CZ"/>
          </a:p>
        </p:txBody>
      </p:sp>
    </p:spTree>
    <p:extLst>
      <p:ext uri="{BB962C8B-B14F-4D97-AF65-F5344CB8AC3E}">
        <p14:creationId xmlns:p14="http://schemas.microsoft.com/office/powerpoint/2010/main" val="42861896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AEEE4-1460-6689-89FC-DF25AB616C5D}"/>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13DEFD98-EAEC-D19E-BD70-B451767386F3}"/>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1DE046C3-304A-CC48-F83B-F459C57C67C4}"/>
              </a:ext>
            </a:extLst>
          </p:cNvPr>
          <p:cNvSpPr>
            <a:spLocks noGrp="1"/>
          </p:cNvSpPr>
          <p:nvPr>
            <p:ph type="body" idx="1"/>
          </p:nvPr>
        </p:nvSpPr>
        <p:spPr/>
        <p:txBody>
          <a:bodyPr/>
          <a:lstStyle/>
          <a:p>
            <a:pPr marL="171450" indent="-171450" algn="l" rtl="0" fontAlgn="base">
              <a:buFont typeface="Arial" panose="020B0604020202020204" pitchFamily="34" charset="0"/>
              <a:buChar char="•"/>
            </a:pPr>
            <a:r>
              <a:rPr lang="cs-CZ" b="0" i="0" dirty="0">
                <a:solidFill>
                  <a:srgbClr val="E6E1E3"/>
                </a:solidFill>
                <a:effectLst/>
                <a:latin typeface="Google Sans Text"/>
              </a:rPr>
              <a:t>Nedělejte symboly vedle textu větší/menší oproti text. Čtenář/uživatel si pak akorát bude říkát „PROČ?“. Používejte stejné velikosti aby to nebylo tak do očí bijící a text ladil se symbolem</a:t>
            </a:r>
            <a:endParaRPr lang="en-GB" b="0" i="0" dirty="0">
              <a:solidFill>
                <a:srgbClr val="E6E1E3"/>
              </a:solidFill>
              <a:effectLst/>
              <a:latin typeface="Google Sans Text"/>
            </a:endParaRPr>
          </a:p>
        </p:txBody>
      </p:sp>
      <p:sp>
        <p:nvSpPr>
          <p:cNvPr id="4" name="Zástupný symbol pro číslo snímku 3">
            <a:extLst>
              <a:ext uri="{FF2B5EF4-FFF2-40B4-BE49-F238E27FC236}">
                <a16:creationId xmlns:a16="http://schemas.microsoft.com/office/drawing/2014/main" id="{76B214B5-F493-7E28-CA10-8C194A7B35E9}"/>
              </a:ext>
            </a:extLst>
          </p:cNvPr>
          <p:cNvSpPr>
            <a:spLocks noGrp="1"/>
          </p:cNvSpPr>
          <p:nvPr>
            <p:ph type="sldNum" sz="quarter" idx="10"/>
          </p:nvPr>
        </p:nvSpPr>
        <p:spPr/>
        <p:txBody>
          <a:bodyPr/>
          <a:lstStyle/>
          <a:p>
            <a:fld id="{511FA9D6-BDC7-4110-B055-029A3A5CC98B}" type="slidenum">
              <a:rPr lang="cs-CZ" altLang="cs-CZ" smtClean="0"/>
              <a:pPr/>
              <a:t>25</a:t>
            </a:fld>
            <a:endParaRPr lang="cs-CZ" altLang="cs-CZ"/>
          </a:p>
        </p:txBody>
      </p:sp>
    </p:spTree>
    <p:extLst>
      <p:ext uri="{BB962C8B-B14F-4D97-AF65-F5344CB8AC3E}">
        <p14:creationId xmlns:p14="http://schemas.microsoft.com/office/powerpoint/2010/main" val="31391462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2F5B3-C5E1-131A-92B7-DFFF99222416}"/>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2C18024B-5654-FE05-DDA6-E796527004E2}"/>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8F5C4578-5051-FECD-55F4-7DD76B8DC394}"/>
              </a:ext>
            </a:extLst>
          </p:cNvPr>
          <p:cNvSpPr>
            <a:spLocks noGrp="1"/>
          </p:cNvSpPr>
          <p:nvPr>
            <p:ph type="body" idx="1"/>
          </p:nvPr>
        </p:nvSpPr>
        <p:spPr/>
        <p:txBody>
          <a:bodyPr/>
          <a:lstStyle/>
          <a:p>
            <a:pPr marL="171450" indent="-171450">
              <a:buFont typeface="Arial" panose="020B0604020202020204" pitchFamily="34" charset="0"/>
              <a:buChar char="•"/>
            </a:pPr>
            <a:r>
              <a:rPr lang="en-GB"/>
              <a:t>Bonus</a:t>
            </a:r>
            <a:r>
              <a:rPr lang="cs-CZ"/>
              <a:t>: </a:t>
            </a:r>
            <a:r>
              <a:rPr lang="cs-CZ" dirty="0"/>
              <a:t>„AVATAR“ chyba. </a:t>
            </a:r>
          </a:p>
          <a:p>
            <a:pPr marL="171450" indent="-171450">
              <a:buFont typeface="Arial" panose="020B0604020202020204" pitchFamily="34" charset="0"/>
              <a:buChar char="•"/>
            </a:pPr>
            <a:r>
              <a:rPr lang="cs-CZ" dirty="0"/>
              <a:t>Film, který měl v tu dobu historicky největší rozpočet. Tak ušetřil na promu a marketingu a titulek AVATAR z obalu je psán fontem z Microsoft word. </a:t>
            </a:r>
          </a:p>
          <a:p>
            <a:pPr marL="171450" indent="-171450">
              <a:buFont typeface="Arial" panose="020B0604020202020204" pitchFamily="34" charset="0"/>
              <a:buChar char="•"/>
            </a:pPr>
            <a:r>
              <a:rPr lang="cs-CZ" dirty="0"/>
              <a:t>200 milionů dolarů rozpočet a ani nemají svůj vlastní font a byly žalování Microsoftem.  LoL</a:t>
            </a:r>
          </a:p>
        </p:txBody>
      </p:sp>
      <p:sp>
        <p:nvSpPr>
          <p:cNvPr id="4" name="Zástupný symbol pro číslo snímku 3">
            <a:extLst>
              <a:ext uri="{FF2B5EF4-FFF2-40B4-BE49-F238E27FC236}">
                <a16:creationId xmlns:a16="http://schemas.microsoft.com/office/drawing/2014/main" id="{14CCC86F-30E3-4FF5-7502-F020910B2DE0}"/>
              </a:ext>
            </a:extLst>
          </p:cNvPr>
          <p:cNvSpPr>
            <a:spLocks noGrp="1"/>
          </p:cNvSpPr>
          <p:nvPr>
            <p:ph type="sldNum" sz="quarter" idx="10"/>
          </p:nvPr>
        </p:nvSpPr>
        <p:spPr/>
        <p:txBody>
          <a:bodyPr/>
          <a:lstStyle/>
          <a:p>
            <a:fld id="{511FA9D6-BDC7-4110-B055-029A3A5CC98B}" type="slidenum">
              <a:rPr lang="cs-CZ" altLang="cs-CZ" smtClean="0"/>
              <a:pPr/>
              <a:t>26</a:t>
            </a:fld>
            <a:endParaRPr lang="cs-CZ" altLang="cs-CZ"/>
          </a:p>
        </p:txBody>
      </p:sp>
    </p:spTree>
    <p:extLst>
      <p:ext uri="{BB962C8B-B14F-4D97-AF65-F5344CB8AC3E}">
        <p14:creationId xmlns:p14="http://schemas.microsoft.com/office/powerpoint/2010/main" val="182152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Úvodní snímek">
    <p:spTree>
      <p:nvGrpSpPr>
        <p:cNvPr id="1" name=""/>
        <p:cNvGrpSpPr/>
        <p:nvPr/>
      </p:nvGrpSpPr>
      <p:grpSpPr>
        <a:xfrm>
          <a:off x="0" y="0"/>
          <a:ext cx="0" cy="0"/>
          <a:chOff x="0" y="0"/>
          <a:chExt cx="0" cy="0"/>
        </a:xfrm>
      </p:grpSpPr>
      <p:pic>
        <p:nvPicPr>
          <p:cNvPr id="13" name="Obrázek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17719" y="5157192"/>
            <a:ext cx="4182937" cy="861868"/>
          </a:xfrm>
          <a:prstGeom prst="rect">
            <a:avLst/>
          </a:prstGeom>
        </p:spPr>
      </p:pic>
      <p:sp>
        <p:nvSpPr>
          <p:cNvPr id="4" name="Rectangle 12"/>
          <p:cNvSpPr>
            <a:spLocks noChangeArrowheads="1"/>
          </p:cNvSpPr>
          <p:nvPr/>
        </p:nvSpPr>
        <p:spPr bwMode="auto">
          <a:xfrm>
            <a:off x="10824676" y="6530975"/>
            <a:ext cx="65617" cy="287338"/>
          </a:xfrm>
          <a:prstGeom prst="rect">
            <a:avLst/>
          </a:prstGeom>
          <a:solidFill>
            <a:schemeClr val="bg1"/>
          </a:solidFill>
          <a:ln w="9525">
            <a:noFill/>
            <a:miter lim="800000"/>
            <a:headEnd/>
            <a:tailEnd/>
          </a:ln>
          <a:effectLst/>
        </p:spPr>
        <p:txBody>
          <a:bodyPr wrap="none" anchor="ctr"/>
          <a:lstStyle/>
          <a:p>
            <a:pPr>
              <a:defRPr/>
            </a:pPr>
            <a:endParaRPr lang="cs-CZ" sz="2400"/>
          </a:p>
        </p:txBody>
      </p:sp>
      <p:sp>
        <p:nvSpPr>
          <p:cNvPr id="5" name="Rectangle 20"/>
          <p:cNvSpPr>
            <a:spLocks noChangeArrowheads="1"/>
          </p:cNvSpPr>
          <p:nvPr/>
        </p:nvSpPr>
        <p:spPr bwMode="auto">
          <a:xfrm>
            <a:off x="-6086" y="-26640"/>
            <a:ext cx="12198085" cy="3598863"/>
          </a:xfrm>
          <a:prstGeom prst="rect">
            <a:avLst/>
          </a:prstGeom>
          <a:solidFill>
            <a:srgbClr val="00A9E0"/>
          </a:solidFill>
          <a:ln w="9525">
            <a:noFill/>
            <a:miter lim="800000"/>
            <a:headEnd/>
            <a:tailEnd/>
          </a:ln>
          <a:effectLst/>
        </p:spPr>
        <p:txBody>
          <a:bodyPr wrap="none" anchor="ctr"/>
          <a:lstStyle/>
          <a:p>
            <a:pPr>
              <a:defRPr/>
            </a:pPr>
            <a:endParaRPr lang="cs-CZ" sz="2400">
              <a:effectLst>
                <a:reflection endPos="65000" dist="50800" dir="5400000" sy="-100000" algn="bl" rotWithShape="0"/>
              </a:effectLst>
            </a:endParaRPr>
          </a:p>
        </p:txBody>
      </p:sp>
      <p:sp>
        <p:nvSpPr>
          <p:cNvPr id="6" name="Rectangle 21"/>
          <p:cNvSpPr>
            <a:spLocks noChangeArrowheads="1"/>
          </p:cNvSpPr>
          <p:nvPr/>
        </p:nvSpPr>
        <p:spPr bwMode="auto">
          <a:xfrm>
            <a:off x="10841609" y="6530975"/>
            <a:ext cx="48684" cy="287338"/>
          </a:xfrm>
          <a:prstGeom prst="rect">
            <a:avLst/>
          </a:prstGeom>
          <a:solidFill>
            <a:schemeClr val="bg1"/>
          </a:solidFill>
          <a:ln w="9525">
            <a:noFill/>
            <a:miter lim="800000"/>
            <a:headEnd/>
            <a:tailEnd/>
          </a:ln>
          <a:effectLst/>
        </p:spPr>
        <p:txBody>
          <a:bodyPr wrap="none" anchor="ctr"/>
          <a:lstStyle/>
          <a:p>
            <a:pPr>
              <a:defRPr/>
            </a:pPr>
            <a:endParaRPr lang="cs-CZ" sz="2400"/>
          </a:p>
        </p:txBody>
      </p:sp>
      <p:sp>
        <p:nvSpPr>
          <p:cNvPr id="8" name="Rectangle 26"/>
          <p:cNvSpPr>
            <a:spLocks noChangeArrowheads="1"/>
          </p:cNvSpPr>
          <p:nvPr/>
        </p:nvSpPr>
        <p:spPr bwMode="auto">
          <a:xfrm>
            <a:off x="10841609" y="6530975"/>
            <a:ext cx="48684" cy="287338"/>
          </a:xfrm>
          <a:prstGeom prst="rect">
            <a:avLst/>
          </a:prstGeom>
          <a:solidFill>
            <a:schemeClr val="bg1"/>
          </a:solidFill>
          <a:ln w="9525">
            <a:noFill/>
            <a:miter lim="800000"/>
            <a:headEnd/>
            <a:tailEnd/>
          </a:ln>
          <a:effectLst/>
        </p:spPr>
        <p:txBody>
          <a:bodyPr wrap="none" anchor="ctr"/>
          <a:lstStyle/>
          <a:p>
            <a:pPr>
              <a:defRPr/>
            </a:pPr>
            <a:endParaRPr lang="cs-CZ" sz="2400"/>
          </a:p>
        </p:txBody>
      </p:sp>
      <p:sp>
        <p:nvSpPr>
          <p:cNvPr id="240646" name="Rectangle 6"/>
          <p:cNvSpPr>
            <a:spLocks noGrp="1" noChangeArrowheads="1"/>
          </p:cNvSpPr>
          <p:nvPr>
            <p:ph type="subTitle" idx="1"/>
          </p:nvPr>
        </p:nvSpPr>
        <p:spPr>
          <a:xfrm>
            <a:off x="0" y="3621088"/>
            <a:ext cx="7464152" cy="1032048"/>
          </a:xfrm>
        </p:spPr>
        <p:txBody>
          <a:bodyPr/>
          <a:lstStyle>
            <a:lvl1pPr marL="0" indent="0" algn="r">
              <a:buFontTx/>
              <a:buNone/>
              <a:defRPr sz="3200"/>
            </a:lvl1pPr>
          </a:lstStyle>
          <a:p>
            <a:r>
              <a:rPr lang="en-US"/>
              <a:t>Click to edit Master subtitle style</a:t>
            </a:r>
            <a:endParaRPr lang="cs-CZ" dirty="0"/>
          </a:p>
        </p:txBody>
      </p:sp>
      <p:sp>
        <p:nvSpPr>
          <p:cNvPr id="240645" name="Rectangle 5"/>
          <p:cNvSpPr>
            <a:spLocks noGrp="1" noChangeArrowheads="1"/>
          </p:cNvSpPr>
          <p:nvPr>
            <p:ph type="ctrTitle"/>
          </p:nvPr>
        </p:nvSpPr>
        <p:spPr>
          <a:xfrm>
            <a:off x="0" y="1958976"/>
            <a:ext cx="7464152" cy="1254125"/>
          </a:xfrm>
        </p:spPr>
        <p:txBody>
          <a:bodyPr/>
          <a:lstStyle>
            <a:lvl1pPr algn="r">
              <a:defRPr sz="4400" b="0">
                <a:solidFill>
                  <a:schemeClr val="bg1"/>
                </a:solidFill>
              </a:defRPr>
            </a:lvl1pPr>
          </a:lstStyle>
          <a:p>
            <a:r>
              <a:rPr lang="en-US"/>
              <a:t>Click to edit Master title style</a:t>
            </a:r>
            <a:endParaRPr lang="cs-CZ" dirty="0"/>
          </a:p>
        </p:txBody>
      </p:sp>
    </p:spTree>
    <p:extLst>
      <p:ext uri="{BB962C8B-B14F-4D97-AF65-F5344CB8AC3E}">
        <p14:creationId xmlns:p14="http://schemas.microsoft.com/office/powerpoint/2010/main" val="373860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sz="3200"/>
            </a:lvl1pPr>
          </a:lstStyle>
          <a:p>
            <a:r>
              <a:rPr lang="en-US"/>
              <a:t>Click to edit Master title style</a:t>
            </a:r>
            <a:endParaRPr lang="cs-CZ" dirty="0"/>
          </a:p>
        </p:txBody>
      </p:sp>
      <p:sp>
        <p:nvSpPr>
          <p:cNvPr id="3" name="Zástupný symbol pro obsah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dirty="0"/>
          </a:p>
        </p:txBody>
      </p:sp>
      <p:sp>
        <p:nvSpPr>
          <p:cNvPr id="5" name="Rectangle 6"/>
          <p:cNvSpPr>
            <a:spLocks noGrp="1" noChangeArrowheads="1"/>
          </p:cNvSpPr>
          <p:nvPr>
            <p:ph type="sldNum" sz="quarter" idx="11"/>
          </p:nvPr>
        </p:nvSpPr>
        <p:spPr>
          <a:ln/>
        </p:spPr>
        <p:txBody>
          <a:bodyPr/>
          <a:lstStyle>
            <a:lvl1pPr>
              <a:defRPr/>
            </a:lvl1pPr>
          </a:lstStyle>
          <a:p>
            <a:fld id="{7C839148-7006-41C4-ABC2-D2A9F4595A63}" type="slidenum">
              <a:rPr lang="en-US" altLang="cs-CZ"/>
              <a:pPr/>
              <a:t>‹#›</a:t>
            </a:fld>
            <a:endParaRPr lang="en-US" altLang="cs-CZ"/>
          </a:p>
        </p:txBody>
      </p:sp>
    </p:spTree>
    <p:extLst>
      <p:ext uri="{BB962C8B-B14F-4D97-AF65-F5344CB8AC3E}">
        <p14:creationId xmlns:p14="http://schemas.microsoft.com/office/powerpoint/2010/main" val="3198505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ázdný">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431801" y="-100013"/>
            <a:ext cx="10265833" cy="720726"/>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5" name="Rectangle 6"/>
          <p:cNvSpPr>
            <a:spLocks noGrp="1" noChangeArrowheads="1"/>
          </p:cNvSpPr>
          <p:nvPr>
            <p:ph type="sldNum" sz="quarter" idx="11"/>
          </p:nvPr>
        </p:nvSpPr>
        <p:spPr>
          <a:ln/>
        </p:spPr>
        <p:txBody>
          <a:bodyPr/>
          <a:lstStyle>
            <a:lvl1pPr>
              <a:defRPr/>
            </a:lvl1pPr>
          </a:lstStyle>
          <a:p>
            <a:fld id="{73D9E105-8003-4962-AFA0-54D4ABFA0C7D}" type="slidenum">
              <a:rPr lang="en-US" altLang="cs-CZ"/>
              <a:pPr/>
              <a:t>‹#›</a:t>
            </a:fld>
            <a:endParaRPr lang="en-US" altLang="cs-CZ"/>
          </a:p>
        </p:txBody>
      </p:sp>
    </p:spTree>
    <p:extLst>
      <p:ext uri="{BB962C8B-B14F-4D97-AF65-F5344CB8AC3E}">
        <p14:creationId xmlns:p14="http://schemas.microsoft.com/office/powerpoint/2010/main" val="93127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Záhlaví části">
    <p:bg>
      <p:bgPr>
        <a:solidFill>
          <a:schemeClr val="bg1"/>
        </a:solidFill>
        <a:effectLst/>
      </p:bgPr>
    </p:bg>
    <p:spTree>
      <p:nvGrpSpPr>
        <p:cNvPr id="1" name=""/>
        <p:cNvGrpSpPr/>
        <p:nvPr/>
      </p:nvGrpSpPr>
      <p:grpSpPr>
        <a:xfrm>
          <a:off x="0" y="0"/>
          <a:ext cx="0" cy="0"/>
          <a:chOff x="0" y="0"/>
          <a:chExt cx="0" cy="0"/>
        </a:xfrm>
      </p:grpSpPr>
      <p:sp>
        <p:nvSpPr>
          <p:cNvPr id="2" name="Nadpis 1"/>
          <p:cNvSpPr>
            <a:spLocks noGrp="1"/>
          </p:cNvSpPr>
          <p:nvPr>
            <p:ph type="title"/>
          </p:nvPr>
        </p:nvSpPr>
        <p:spPr>
          <a:xfrm>
            <a:off x="963084" y="4406901"/>
            <a:ext cx="10363200" cy="1362075"/>
          </a:xfrm>
        </p:spPr>
        <p:txBody>
          <a:bodyPr anchor="t"/>
          <a:lstStyle>
            <a:lvl1pPr algn="l">
              <a:defRPr sz="4800" b="1" cap="all"/>
            </a:lvl1pPr>
          </a:lstStyle>
          <a:p>
            <a:r>
              <a:rPr lang="en-US"/>
              <a:t>Click to edit Master title style</a:t>
            </a:r>
            <a:endParaRPr lang="cs-CZ" dirty="0"/>
          </a:p>
        </p:txBody>
      </p:sp>
      <p:sp>
        <p:nvSpPr>
          <p:cNvPr id="3" name="Zástupný symbol pro text 2"/>
          <p:cNvSpPr>
            <a:spLocks noGrp="1"/>
          </p:cNvSpPr>
          <p:nvPr>
            <p:ph type="body" idx="1"/>
          </p:nvPr>
        </p:nvSpPr>
        <p:spPr>
          <a:xfrm>
            <a:off x="963084" y="2906713"/>
            <a:ext cx="10363200" cy="1500187"/>
          </a:xfrm>
        </p:spPr>
        <p:txBody>
          <a:bodyPr anchor="b"/>
          <a:lstStyle>
            <a:lvl1pPr marL="0" indent="0">
              <a:buNone/>
              <a:defRPr sz="2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6"/>
          <p:cNvSpPr>
            <a:spLocks noGrp="1" noChangeArrowheads="1"/>
          </p:cNvSpPr>
          <p:nvPr>
            <p:ph type="sldNum" sz="quarter" idx="11"/>
          </p:nvPr>
        </p:nvSpPr>
        <p:spPr>
          <a:ln/>
        </p:spPr>
        <p:txBody>
          <a:bodyPr/>
          <a:lstStyle>
            <a:lvl1pPr>
              <a:defRPr/>
            </a:lvl1pPr>
          </a:lstStyle>
          <a:p>
            <a:fld id="{89FEAC19-CD6C-4528-B09F-367B3931C207}" type="slidenum">
              <a:rPr lang="en-US" altLang="cs-CZ"/>
              <a:pPr/>
              <a:t>‹#›</a:t>
            </a:fld>
            <a:endParaRPr lang="en-US" altLang="cs-CZ"/>
          </a:p>
        </p:txBody>
      </p:sp>
      <p:sp>
        <p:nvSpPr>
          <p:cNvPr id="7" name="Obdélník 6"/>
          <p:cNvSpPr/>
          <p:nvPr userDrawn="1"/>
        </p:nvSpPr>
        <p:spPr bwMode="auto">
          <a:xfrm>
            <a:off x="0" y="0"/>
            <a:ext cx="12192000" cy="54868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Tx/>
              <a:buSzTx/>
              <a:buFontTx/>
              <a:buChar char="•"/>
              <a:tabLst/>
            </a:pPr>
            <a:endParaRPr kumimoji="0" lang="cs-CZ" sz="2400" b="1" i="0" u="none" strike="noStrike" cap="none" normalizeH="0" baseline="0">
              <a:ln>
                <a:noFill/>
              </a:ln>
              <a:solidFill>
                <a:srgbClr val="B9000C"/>
              </a:solidFill>
              <a:effectLst/>
              <a:latin typeface="Tahoma" pitchFamily="34" charset="0"/>
            </a:endParaRPr>
          </a:p>
        </p:txBody>
      </p:sp>
    </p:spTree>
    <p:extLst>
      <p:ext uri="{BB962C8B-B14F-4D97-AF65-F5344CB8AC3E}">
        <p14:creationId xmlns:p14="http://schemas.microsoft.com/office/powerpoint/2010/main" val="251109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a:t>Click to edit Master title style</a:t>
            </a:r>
            <a:endParaRPr lang="cs-CZ"/>
          </a:p>
        </p:txBody>
      </p:sp>
      <p:sp>
        <p:nvSpPr>
          <p:cNvPr id="3" name="Zástupný symbol pro obsah 2"/>
          <p:cNvSpPr>
            <a:spLocks noGrp="1"/>
          </p:cNvSpPr>
          <p:nvPr>
            <p:ph sz="half" idx="1"/>
          </p:nvPr>
        </p:nvSpPr>
        <p:spPr>
          <a:xfrm>
            <a:off x="431800" y="765175"/>
            <a:ext cx="5657851" cy="5330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Zástupný symbol pro obsah 3"/>
          <p:cNvSpPr>
            <a:spLocks noGrp="1"/>
          </p:cNvSpPr>
          <p:nvPr>
            <p:ph sz="half" idx="2"/>
          </p:nvPr>
        </p:nvSpPr>
        <p:spPr>
          <a:xfrm>
            <a:off x="6292851" y="765175"/>
            <a:ext cx="5659967" cy="5330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Rectangle 6"/>
          <p:cNvSpPr>
            <a:spLocks noGrp="1" noChangeArrowheads="1"/>
          </p:cNvSpPr>
          <p:nvPr>
            <p:ph type="sldNum" sz="quarter" idx="11"/>
          </p:nvPr>
        </p:nvSpPr>
        <p:spPr>
          <a:ln/>
        </p:spPr>
        <p:txBody>
          <a:bodyPr/>
          <a:lstStyle>
            <a:lvl1pPr>
              <a:defRPr/>
            </a:lvl1pPr>
          </a:lstStyle>
          <a:p>
            <a:fld id="{E94AC346-A157-4EF4-A06B-3AB421B38C20}" type="slidenum">
              <a:rPr lang="en-US" altLang="cs-CZ"/>
              <a:pPr/>
              <a:t>‹#›</a:t>
            </a:fld>
            <a:endParaRPr lang="en-US" altLang="cs-CZ"/>
          </a:p>
        </p:txBody>
      </p:sp>
    </p:spTree>
    <p:extLst>
      <p:ext uri="{BB962C8B-B14F-4D97-AF65-F5344CB8AC3E}">
        <p14:creationId xmlns:p14="http://schemas.microsoft.com/office/powerpoint/2010/main" val="2687287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ovnání">
    <p:spTree>
      <p:nvGrpSpPr>
        <p:cNvPr id="1" name=""/>
        <p:cNvGrpSpPr/>
        <p:nvPr/>
      </p:nvGrpSpPr>
      <p:grpSpPr>
        <a:xfrm>
          <a:off x="0" y="0"/>
          <a:ext cx="0" cy="0"/>
          <a:chOff x="0" y="0"/>
          <a:chExt cx="0" cy="0"/>
        </a:xfrm>
      </p:grpSpPr>
      <p:sp>
        <p:nvSpPr>
          <p:cNvPr id="3" name="Zástupný symbol pro text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Zástupný symbol pro obsah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dirty="0"/>
          </a:p>
        </p:txBody>
      </p:sp>
      <p:sp>
        <p:nvSpPr>
          <p:cNvPr id="5" name="Zástupný symbol pro text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Zástupný symbol pro obsah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8" name="Rectangle 6"/>
          <p:cNvSpPr>
            <a:spLocks noGrp="1" noChangeArrowheads="1"/>
          </p:cNvSpPr>
          <p:nvPr>
            <p:ph type="sldNum" sz="quarter" idx="11"/>
          </p:nvPr>
        </p:nvSpPr>
        <p:spPr>
          <a:ln/>
        </p:spPr>
        <p:txBody>
          <a:bodyPr/>
          <a:lstStyle>
            <a:lvl1pPr>
              <a:defRPr/>
            </a:lvl1pPr>
          </a:lstStyle>
          <a:p>
            <a:fld id="{4944FB18-8EAF-4DED-A64D-DB11D411D2B0}" type="slidenum">
              <a:rPr lang="en-US" altLang="cs-CZ"/>
              <a:pPr/>
              <a:t>‹#›</a:t>
            </a:fld>
            <a:endParaRPr lang="en-US" altLang="cs-CZ"/>
          </a:p>
        </p:txBody>
      </p:sp>
      <p:sp>
        <p:nvSpPr>
          <p:cNvPr id="9" name="Nadpis 1"/>
          <p:cNvSpPr>
            <a:spLocks noGrp="1"/>
          </p:cNvSpPr>
          <p:nvPr>
            <p:ph type="title"/>
          </p:nvPr>
        </p:nvSpPr>
        <p:spPr>
          <a:xfrm>
            <a:off x="431801" y="-100013"/>
            <a:ext cx="10265833" cy="720726"/>
          </a:xfrm>
        </p:spPr>
        <p:txBody>
          <a:bodyPr/>
          <a:lstStyle/>
          <a:p>
            <a:r>
              <a:rPr lang="en-US"/>
              <a:t>Click to edit Master title style</a:t>
            </a:r>
            <a:endParaRPr lang="cs-CZ"/>
          </a:p>
        </p:txBody>
      </p:sp>
    </p:spTree>
    <p:extLst>
      <p:ext uri="{BB962C8B-B14F-4D97-AF65-F5344CB8AC3E}">
        <p14:creationId xmlns:p14="http://schemas.microsoft.com/office/powerpoint/2010/main" val="3088370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431801" y="-100013"/>
            <a:ext cx="10265833" cy="720726"/>
          </a:xfrm>
          <a:prstGeom prst="rect">
            <a:avLst/>
          </a:prstGeom>
          <a:noFill/>
          <a:ln w="9525">
            <a:noFill/>
            <a:miter lim="800000"/>
            <a:headEnd/>
            <a:tailEnd/>
          </a:ln>
          <a:effectLst/>
        </p:spPr>
        <p:txBody>
          <a:bodyPr anchor="ctr"/>
          <a:lstStyle>
            <a:lvl1pPr eaLnBrk="0" hangingPunct="0">
              <a:defRPr sz="2400" b="1">
                <a:solidFill>
                  <a:srgbClr val="B9000C"/>
                </a:solidFill>
                <a:latin typeface="Tahoma" panose="020B0604030504040204" pitchFamily="34" charset="0"/>
              </a:defRPr>
            </a:lvl1pPr>
            <a:lvl2pPr marL="742950" indent="-285750" eaLnBrk="0" hangingPunct="0">
              <a:defRPr sz="2400" b="1">
                <a:solidFill>
                  <a:srgbClr val="B9000C"/>
                </a:solidFill>
                <a:latin typeface="Tahoma" panose="020B0604030504040204" pitchFamily="34" charset="0"/>
              </a:defRPr>
            </a:lvl2pPr>
            <a:lvl3pPr marL="1143000" indent="-228600" eaLnBrk="0" hangingPunct="0">
              <a:defRPr sz="2400" b="1">
                <a:solidFill>
                  <a:srgbClr val="B9000C"/>
                </a:solidFill>
                <a:latin typeface="Tahoma" panose="020B0604030504040204" pitchFamily="34" charset="0"/>
              </a:defRPr>
            </a:lvl3pPr>
            <a:lvl4pPr marL="1600200" indent="-228600" eaLnBrk="0" hangingPunct="0">
              <a:defRPr sz="2400" b="1">
                <a:solidFill>
                  <a:srgbClr val="B9000C"/>
                </a:solidFill>
                <a:latin typeface="Tahoma" panose="020B0604030504040204" pitchFamily="34" charset="0"/>
              </a:defRPr>
            </a:lvl4pPr>
            <a:lvl5pPr marL="2057400" indent="-228600" eaLnBrk="0" hangingPunct="0">
              <a:defRPr sz="2400" b="1">
                <a:solidFill>
                  <a:srgbClr val="B9000C"/>
                </a:solidFill>
                <a:latin typeface="Tahoma" panose="020B0604030504040204" pitchFamily="34" charset="0"/>
              </a:defRPr>
            </a:lvl5pPr>
            <a:lvl6pPr marL="2514600" indent="-228600" eaLnBrk="0" fontAlgn="base" hangingPunct="0">
              <a:spcBef>
                <a:spcPct val="20000"/>
              </a:spcBef>
              <a:spcAft>
                <a:spcPct val="0"/>
              </a:spcAft>
              <a:buChar char="•"/>
              <a:defRPr sz="2400" b="1">
                <a:solidFill>
                  <a:srgbClr val="B9000C"/>
                </a:solidFill>
                <a:latin typeface="Tahoma" panose="020B0604030504040204" pitchFamily="34" charset="0"/>
              </a:defRPr>
            </a:lvl6pPr>
            <a:lvl7pPr marL="2971800" indent="-228600" eaLnBrk="0" fontAlgn="base" hangingPunct="0">
              <a:spcBef>
                <a:spcPct val="20000"/>
              </a:spcBef>
              <a:spcAft>
                <a:spcPct val="0"/>
              </a:spcAft>
              <a:buChar char="•"/>
              <a:defRPr sz="2400" b="1">
                <a:solidFill>
                  <a:srgbClr val="B9000C"/>
                </a:solidFill>
                <a:latin typeface="Tahoma" panose="020B0604030504040204" pitchFamily="34" charset="0"/>
              </a:defRPr>
            </a:lvl7pPr>
            <a:lvl8pPr marL="3429000" indent="-228600" eaLnBrk="0" fontAlgn="base" hangingPunct="0">
              <a:spcBef>
                <a:spcPct val="20000"/>
              </a:spcBef>
              <a:spcAft>
                <a:spcPct val="0"/>
              </a:spcAft>
              <a:buChar char="•"/>
              <a:defRPr sz="2400" b="1">
                <a:solidFill>
                  <a:srgbClr val="B9000C"/>
                </a:solidFill>
                <a:latin typeface="Tahoma" panose="020B0604030504040204" pitchFamily="34" charset="0"/>
              </a:defRPr>
            </a:lvl8pPr>
            <a:lvl9pPr marL="3886200" indent="-228600" eaLnBrk="0" fontAlgn="base" hangingPunct="0">
              <a:spcBef>
                <a:spcPct val="20000"/>
              </a:spcBef>
              <a:spcAft>
                <a:spcPct val="0"/>
              </a:spcAft>
              <a:buChar char="•"/>
              <a:defRPr sz="2400" b="1">
                <a:solidFill>
                  <a:srgbClr val="B9000C"/>
                </a:solidFill>
                <a:latin typeface="Tahoma" panose="020B0604030504040204" pitchFamily="34" charset="0"/>
              </a:defRPr>
            </a:lvl9pPr>
          </a:lstStyle>
          <a:p>
            <a:pPr eaLnBrk="1" hangingPunct="1">
              <a:spcBef>
                <a:spcPct val="0"/>
              </a:spcBef>
              <a:buFontTx/>
              <a:buNone/>
            </a:pP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Klepnutím</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lze</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upravit</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styl</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předlohy</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nadpisů</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a:t>
            </a:r>
          </a:p>
        </p:txBody>
      </p:sp>
      <p:sp>
        <p:nvSpPr>
          <p:cNvPr id="2" name="Nadpis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cs-CZ"/>
          </a:p>
        </p:txBody>
      </p:sp>
      <p:sp>
        <p:nvSpPr>
          <p:cNvPr id="3" name="Zástupný symbol pro obsah 2"/>
          <p:cNvSpPr>
            <a:spLocks noGrp="1"/>
          </p:cNvSpPr>
          <p:nvPr>
            <p:ph idx="1"/>
          </p:nvPr>
        </p:nvSpPr>
        <p:spPr>
          <a:xfrm>
            <a:off x="4766733" y="692697"/>
            <a:ext cx="6815667" cy="54334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dirty="0"/>
          </a:p>
        </p:txBody>
      </p:sp>
      <p:sp>
        <p:nvSpPr>
          <p:cNvPr id="4" name="Zástupný symbol pro text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Zástupný symbol pro číslo snímku 5"/>
          <p:cNvSpPr>
            <a:spLocks noGrp="1"/>
          </p:cNvSpPr>
          <p:nvPr>
            <p:ph type="sldNum" sz="quarter" idx="11"/>
          </p:nvPr>
        </p:nvSpPr>
        <p:spPr/>
        <p:txBody>
          <a:bodyPr/>
          <a:lstStyle>
            <a:lvl1pPr>
              <a:defRPr/>
            </a:lvl1pPr>
          </a:lstStyle>
          <a:p>
            <a:fld id="{8B9C9DCE-74AD-40A2-919B-1CC767854C98}" type="slidenum">
              <a:rPr lang="en-US" altLang="cs-CZ"/>
              <a:pPr/>
              <a:t>‹#›</a:t>
            </a:fld>
            <a:endParaRPr lang="en-US" altLang="cs-CZ"/>
          </a:p>
        </p:txBody>
      </p:sp>
    </p:spTree>
    <p:extLst>
      <p:ext uri="{BB962C8B-B14F-4D97-AF65-F5344CB8AC3E}">
        <p14:creationId xmlns:p14="http://schemas.microsoft.com/office/powerpoint/2010/main" val="2417355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431801" y="-100013"/>
            <a:ext cx="10265833" cy="720726"/>
          </a:xfrm>
          <a:prstGeom prst="rect">
            <a:avLst/>
          </a:prstGeom>
          <a:noFill/>
          <a:ln w="9525">
            <a:noFill/>
            <a:miter lim="800000"/>
            <a:headEnd/>
            <a:tailEnd/>
          </a:ln>
          <a:effectLst/>
        </p:spPr>
        <p:txBody>
          <a:bodyPr anchor="ctr"/>
          <a:lstStyle>
            <a:lvl1pPr eaLnBrk="0" hangingPunct="0">
              <a:defRPr sz="2400" b="1">
                <a:solidFill>
                  <a:srgbClr val="B9000C"/>
                </a:solidFill>
                <a:latin typeface="Tahoma" panose="020B0604030504040204" pitchFamily="34" charset="0"/>
              </a:defRPr>
            </a:lvl1pPr>
            <a:lvl2pPr marL="742950" indent="-285750" eaLnBrk="0" hangingPunct="0">
              <a:defRPr sz="2400" b="1">
                <a:solidFill>
                  <a:srgbClr val="B9000C"/>
                </a:solidFill>
                <a:latin typeface="Tahoma" panose="020B0604030504040204" pitchFamily="34" charset="0"/>
              </a:defRPr>
            </a:lvl2pPr>
            <a:lvl3pPr marL="1143000" indent="-228600" eaLnBrk="0" hangingPunct="0">
              <a:defRPr sz="2400" b="1">
                <a:solidFill>
                  <a:srgbClr val="B9000C"/>
                </a:solidFill>
                <a:latin typeface="Tahoma" panose="020B0604030504040204" pitchFamily="34" charset="0"/>
              </a:defRPr>
            </a:lvl3pPr>
            <a:lvl4pPr marL="1600200" indent="-228600" eaLnBrk="0" hangingPunct="0">
              <a:defRPr sz="2400" b="1">
                <a:solidFill>
                  <a:srgbClr val="B9000C"/>
                </a:solidFill>
                <a:latin typeface="Tahoma" panose="020B0604030504040204" pitchFamily="34" charset="0"/>
              </a:defRPr>
            </a:lvl4pPr>
            <a:lvl5pPr marL="2057400" indent="-228600" eaLnBrk="0" hangingPunct="0">
              <a:defRPr sz="2400" b="1">
                <a:solidFill>
                  <a:srgbClr val="B9000C"/>
                </a:solidFill>
                <a:latin typeface="Tahoma" panose="020B0604030504040204" pitchFamily="34" charset="0"/>
              </a:defRPr>
            </a:lvl5pPr>
            <a:lvl6pPr marL="2514600" indent="-228600" eaLnBrk="0" fontAlgn="base" hangingPunct="0">
              <a:spcBef>
                <a:spcPct val="20000"/>
              </a:spcBef>
              <a:spcAft>
                <a:spcPct val="0"/>
              </a:spcAft>
              <a:buChar char="•"/>
              <a:defRPr sz="2400" b="1">
                <a:solidFill>
                  <a:srgbClr val="B9000C"/>
                </a:solidFill>
                <a:latin typeface="Tahoma" panose="020B0604030504040204" pitchFamily="34" charset="0"/>
              </a:defRPr>
            </a:lvl6pPr>
            <a:lvl7pPr marL="2971800" indent="-228600" eaLnBrk="0" fontAlgn="base" hangingPunct="0">
              <a:spcBef>
                <a:spcPct val="20000"/>
              </a:spcBef>
              <a:spcAft>
                <a:spcPct val="0"/>
              </a:spcAft>
              <a:buChar char="•"/>
              <a:defRPr sz="2400" b="1">
                <a:solidFill>
                  <a:srgbClr val="B9000C"/>
                </a:solidFill>
                <a:latin typeface="Tahoma" panose="020B0604030504040204" pitchFamily="34" charset="0"/>
              </a:defRPr>
            </a:lvl7pPr>
            <a:lvl8pPr marL="3429000" indent="-228600" eaLnBrk="0" fontAlgn="base" hangingPunct="0">
              <a:spcBef>
                <a:spcPct val="20000"/>
              </a:spcBef>
              <a:spcAft>
                <a:spcPct val="0"/>
              </a:spcAft>
              <a:buChar char="•"/>
              <a:defRPr sz="2400" b="1">
                <a:solidFill>
                  <a:srgbClr val="B9000C"/>
                </a:solidFill>
                <a:latin typeface="Tahoma" panose="020B0604030504040204" pitchFamily="34" charset="0"/>
              </a:defRPr>
            </a:lvl8pPr>
            <a:lvl9pPr marL="3886200" indent="-228600" eaLnBrk="0" fontAlgn="base" hangingPunct="0">
              <a:spcBef>
                <a:spcPct val="20000"/>
              </a:spcBef>
              <a:spcAft>
                <a:spcPct val="0"/>
              </a:spcAft>
              <a:buChar char="•"/>
              <a:defRPr sz="2400" b="1">
                <a:solidFill>
                  <a:srgbClr val="B9000C"/>
                </a:solidFill>
                <a:latin typeface="Tahoma" panose="020B0604030504040204" pitchFamily="34" charset="0"/>
              </a:defRPr>
            </a:lvl9pPr>
          </a:lstStyle>
          <a:p>
            <a:pPr eaLnBrk="1" hangingPunct="1">
              <a:spcBef>
                <a:spcPct val="0"/>
              </a:spcBef>
              <a:buFontTx/>
              <a:buNone/>
            </a:pP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Klepnutím</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lze</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upravit</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styl</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předlohy</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nadpisů</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a:t>
            </a:r>
          </a:p>
        </p:txBody>
      </p:sp>
      <p:sp>
        <p:nvSpPr>
          <p:cNvPr id="2" name="Nadpis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cs-CZ"/>
          </a:p>
        </p:txBody>
      </p:sp>
      <p:sp>
        <p:nvSpPr>
          <p:cNvPr id="3" name="Zástupný symbol pro obrázek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cs-CZ" noProof="0"/>
          </a:p>
        </p:txBody>
      </p:sp>
      <p:sp>
        <p:nvSpPr>
          <p:cNvPr id="4" name="Zástupný symbol pro text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Zástupný symbol pro číslo snímku 5"/>
          <p:cNvSpPr>
            <a:spLocks noGrp="1"/>
          </p:cNvSpPr>
          <p:nvPr>
            <p:ph type="sldNum" sz="quarter" idx="11"/>
          </p:nvPr>
        </p:nvSpPr>
        <p:spPr/>
        <p:txBody>
          <a:bodyPr/>
          <a:lstStyle>
            <a:lvl1pPr>
              <a:defRPr/>
            </a:lvl1pPr>
          </a:lstStyle>
          <a:p>
            <a:fld id="{5F6DA920-88DF-466E-B7A8-39DA64F1E1EB}" type="slidenum">
              <a:rPr lang="en-US" altLang="cs-CZ"/>
              <a:pPr/>
              <a:t>‹#›</a:t>
            </a:fld>
            <a:endParaRPr lang="en-US" altLang="cs-CZ"/>
          </a:p>
        </p:txBody>
      </p:sp>
    </p:spTree>
    <p:extLst>
      <p:ext uri="{BB962C8B-B14F-4D97-AF65-F5344CB8AC3E}">
        <p14:creationId xmlns:p14="http://schemas.microsoft.com/office/powerpoint/2010/main" val="2853345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a:t>Click to edit Master title style</a:t>
            </a:r>
            <a:endParaRPr lang="cs-CZ"/>
          </a:p>
        </p:txBody>
      </p:sp>
      <p:sp>
        <p:nvSpPr>
          <p:cNvPr id="3" name="Zástupný symbol pro svislý text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5" name="Rectangle 6"/>
          <p:cNvSpPr>
            <a:spLocks noGrp="1" noChangeArrowheads="1"/>
          </p:cNvSpPr>
          <p:nvPr>
            <p:ph type="sldNum" sz="quarter" idx="11"/>
          </p:nvPr>
        </p:nvSpPr>
        <p:spPr>
          <a:ln/>
        </p:spPr>
        <p:txBody>
          <a:bodyPr/>
          <a:lstStyle>
            <a:lvl1pPr>
              <a:defRPr/>
            </a:lvl1pPr>
          </a:lstStyle>
          <a:p>
            <a:fld id="{45DE718B-A6F6-45FB-B0EA-3A4F7A6FC695}" type="slidenum">
              <a:rPr lang="en-US" altLang="cs-CZ"/>
              <a:pPr/>
              <a:t>‹#›</a:t>
            </a:fld>
            <a:endParaRPr lang="en-US" altLang="cs-CZ"/>
          </a:p>
        </p:txBody>
      </p:sp>
    </p:spTree>
    <p:extLst>
      <p:ext uri="{BB962C8B-B14F-4D97-AF65-F5344CB8AC3E}">
        <p14:creationId xmlns:p14="http://schemas.microsoft.com/office/powerpoint/2010/main" val="3459241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31801" y="-100013"/>
            <a:ext cx="10265833" cy="720726"/>
          </a:xfrm>
          <a:prstGeom prst="rect">
            <a:avLst/>
          </a:prstGeom>
          <a:noFill/>
          <a:ln w="9525">
            <a:noFill/>
            <a:miter lim="800000"/>
            <a:headEnd/>
            <a:tailEnd/>
          </a:ln>
          <a:effectLst/>
        </p:spPr>
        <p:txBody>
          <a:bodyPr anchor="ctr"/>
          <a:lstStyle>
            <a:lvl1pPr eaLnBrk="0" hangingPunct="0">
              <a:defRPr sz="2400" b="1">
                <a:solidFill>
                  <a:srgbClr val="B9000C"/>
                </a:solidFill>
                <a:latin typeface="Tahoma" panose="020B0604030504040204" pitchFamily="34" charset="0"/>
              </a:defRPr>
            </a:lvl1pPr>
            <a:lvl2pPr marL="742950" indent="-285750" eaLnBrk="0" hangingPunct="0">
              <a:defRPr sz="2400" b="1">
                <a:solidFill>
                  <a:srgbClr val="B9000C"/>
                </a:solidFill>
                <a:latin typeface="Tahoma" panose="020B0604030504040204" pitchFamily="34" charset="0"/>
              </a:defRPr>
            </a:lvl2pPr>
            <a:lvl3pPr marL="1143000" indent="-228600" eaLnBrk="0" hangingPunct="0">
              <a:defRPr sz="2400" b="1">
                <a:solidFill>
                  <a:srgbClr val="B9000C"/>
                </a:solidFill>
                <a:latin typeface="Tahoma" panose="020B0604030504040204" pitchFamily="34" charset="0"/>
              </a:defRPr>
            </a:lvl3pPr>
            <a:lvl4pPr marL="1600200" indent="-228600" eaLnBrk="0" hangingPunct="0">
              <a:defRPr sz="2400" b="1">
                <a:solidFill>
                  <a:srgbClr val="B9000C"/>
                </a:solidFill>
                <a:latin typeface="Tahoma" panose="020B0604030504040204" pitchFamily="34" charset="0"/>
              </a:defRPr>
            </a:lvl4pPr>
            <a:lvl5pPr marL="2057400" indent="-228600" eaLnBrk="0" hangingPunct="0">
              <a:defRPr sz="2400" b="1">
                <a:solidFill>
                  <a:srgbClr val="B9000C"/>
                </a:solidFill>
                <a:latin typeface="Tahoma" panose="020B0604030504040204" pitchFamily="34" charset="0"/>
              </a:defRPr>
            </a:lvl5pPr>
            <a:lvl6pPr marL="2514600" indent="-228600" eaLnBrk="0" fontAlgn="base" hangingPunct="0">
              <a:spcBef>
                <a:spcPct val="20000"/>
              </a:spcBef>
              <a:spcAft>
                <a:spcPct val="0"/>
              </a:spcAft>
              <a:buChar char="•"/>
              <a:defRPr sz="2400" b="1">
                <a:solidFill>
                  <a:srgbClr val="B9000C"/>
                </a:solidFill>
                <a:latin typeface="Tahoma" panose="020B0604030504040204" pitchFamily="34" charset="0"/>
              </a:defRPr>
            </a:lvl6pPr>
            <a:lvl7pPr marL="2971800" indent="-228600" eaLnBrk="0" fontAlgn="base" hangingPunct="0">
              <a:spcBef>
                <a:spcPct val="20000"/>
              </a:spcBef>
              <a:spcAft>
                <a:spcPct val="0"/>
              </a:spcAft>
              <a:buChar char="•"/>
              <a:defRPr sz="2400" b="1">
                <a:solidFill>
                  <a:srgbClr val="B9000C"/>
                </a:solidFill>
                <a:latin typeface="Tahoma" panose="020B0604030504040204" pitchFamily="34" charset="0"/>
              </a:defRPr>
            </a:lvl7pPr>
            <a:lvl8pPr marL="3429000" indent="-228600" eaLnBrk="0" fontAlgn="base" hangingPunct="0">
              <a:spcBef>
                <a:spcPct val="20000"/>
              </a:spcBef>
              <a:spcAft>
                <a:spcPct val="0"/>
              </a:spcAft>
              <a:buChar char="•"/>
              <a:defRPr sz="2400" b="1">
                <a:solidFill>
                  <a:srgbClr val="B9000C"/>
                </a:solidFill>
                <a:latin typeface="Tahoma" panose="020B0604030504040204" pitchFamily="34" charset="0"/>
              </a:defRPr>
            </a:lvl8pPr>
            <a:lvl9pPr marL="3886200" indent="-228600" eaLnBrk="0" fontAlgn="base" hangingPunct="0">
              <a:spcBef>
                <a:spcPct val="20000"/>
              </a:spcBef>
              <a:spcAft>
                <a:spcPct val="0"/>
              </a:spcAft>
              <a:buChar char="•"/>
              <a:defRPr sz="2400" b="1">
                <a:solidFill>
                  <a:srgbClr val="B9000C"/>
                </a:solidFill>
                <a:latin typeface="Tahoma" panose="020B0604030504040204" pitchFamily="34" charset="0"/>
              </a:defRPr>
            </a:lvl9pPr>
          </a:lstStyle>
          <a:p>
            <a:pPr eaLnBrk="1" hangingPunct="1">
              <a:spcBef>
                <a:spcPct val="0"/>
              </a:spcBef>
              <a:buFontTx/>
              <a:buNone/>
            </a:pP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Klepnutím</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lze</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upravit</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styl</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předlohy</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 </a:t>
            </a:r>
            <a:r>
              <a:rPr lang="en-US" altLang="cs-CZ" sz="2600" b="0" dirty="0" err="1">
                <a:solidFill>
                  <a:srgbClr val="00A9E0"/>
                </a:solidFill>
                <a:latin typeface="Calibri" panose="020F0502020204030204" pitchFamily="34" charset="0"/>
                <a:ea typeface="Calibri" panose="020F0502020204030204" pitchFamily="34" charset="0"/>
                <a:cs typeface="Calibri" panose="020F0502020204030204" pitchFamily="34" charset="0"/>
              </a:rPr>
              <a:t>nadpisů</a:t>
            </a:r>
            <a:r>
              <a:rPr lang="en-US" altLang="cs-CZ" sz="2600" b="0" dirty="0">
                <a:solidFill>
                  <a:srgbClr val="00A9E0"/>
                </a:solidFill>
                <a:latin typeface="Calibri" panose="020F0502020204030204" pitchFamily="34" charset="0"/>
                <a:ea typeface="Calibri" panose="020F0502020204030204" pitchFamily="34" charset="0"/>
                <a:cs typeface="Calibri" panose="020F0502020204030204" pitchFamily="34" charset="0"/>
              </a:rPr>
              <a:t>.</a:t>
            </a:r>
          </a:p>
        </p:txBody>
      </p:sp>
      <p:sp>
        <p:nvSpPr>
          <p:cNvPr id="2" name="Svislý nadpis 1"/>
          <p:cNvSpPr>
            <a:spLocks noGrp="1"/>
          </p:cNvSpPr>
          <p:nvPr>
            <p:ph type="title" orient="vert"/>
          </p:nvPr>
        </p:nvSpPr>
        <p:spPr>
          <a:xfrm>
            <a:off x="9074151" y="-100013"/>
            <a:ext cx="2878667" cy="6196013"/>
          </a:xfrm>
        </p:spPr>
        <p:txBody>
          <a:bodyPr vert="eaVert"/>
          <a:lstStyle/>
          <a:p>
            <a:r>
              <a:rPr lang="en-US"/>
              <a:t>Click to edit Master title style</a:t>
            </a:r>
            <a:endParaRPr lang="cs-CZ"/>
          </a:p>
        </p:txBody>
      </p:sp>
      <p:sp>
        <p:nvSpPr>
          <p:cNvPr id="3" name="Zástupný symbol pro svislý text 2"/>
          <p:cNvSpPr>
            <a:spLocks noGrp="1"/>
          </p:cNvSpPr>
          <p:nvPr>
            <p:ph type="body" orient="vert" idx="1"/>
          </p:nvPr>
        </p:nvSpPr>
        <p:spPr>
          <a:xfrm>
            <a:off x="431801" y="-100013"/>
            <a:ext cx="8439151" cy="61960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dirty="0"/>
          </a:p>
        </p:txBody>
      </p:sp>
      <p:sp>
        <p:nvSpPr>
          <p:cNvPr id="6" name="Zástupný symbol pro číslo snímku 4"/>
          <p:cNvSpPr>
            <a:spLocks noGrp="1"/>
          </p:cNvSpPr>
          <p:nvPr>
            <p:ph type="sldNum" sz="quarter" idx="11"/>
          </p:nvPr>
        </p:nvSpPr>
        <p:spPr/>
        <p:txBody>
          <a:bodyPr/>
          <a:lstStyle>
            <a:lvl1pPr>
              <a:defRPr/>
            </a:lvl1pPr>
          </a:lstStyle>
          <a:p>
            <a:fld id="{F38E8744-0EE0-418F-9F78-FB0E984CBE63}" type="slidenum">
              <a:rPr lang="en-US" altLang="cs-CZ"/>
              <a:pPr/>
              <a:t>‹#›</a:t>
            </a:fld>
            <a:endParaRPr lang="en-US" altLang="cs-CZ"/>
          </a:p>
        </p:txBody>
      </p:sp>
    </p:spTree>
    <p:extLst>
      <p:ext uri="{BB962C8B-B14F-4D97-AF65-F5344CB8AC3E}">
        <p14:creationId xmlns:p14="http://schemas.microsoft.com/office/powerpoint/2010/main" val="1200213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Skupina 2"/>
          <p:cNvGrpSpPr/>
          <p:nvPr userDrawn="1"/>
        </p:nvGrpSpPr>
        <p:grpSpPr>
          <a:xfrm>
            <a:off x="0" y="1"/>
            <a:ext cx="12192000" cy="547688"/>
            <a:chOff x="0" y="1"/>
            <a:chExt cx="12192000" cy="547688"/>
          </a:xfrm>
          <a:solidFill>
            <a:srgbClr val="E5E5E5"/>
          </a:solidFill>
        </p:grpSpPr>
        <p:sp>
          <p:nvSpPr>
            <p:cNvPr id="18443" name="Rectangle 11"/>
            <p:cNvSpPr>
              <a:spLocks noChangeArrowheads="1"/>
            </p:cNvSpPr>
            <p:nvPr/>
          </p:nvSpPr>
          <p:spPr bwMode="auto">
            <a:xfrm>
              <a:off x="0" y="1"/>
              <a:ext cx="12192000" cy="512763"/>
            </a:xfrm>
            <a:prstGeom prst="rect">
              <a:avLst/>
            </a:prstGeom>
            <a:grpFill/>
            <a:ln w="9525" cmpd="thinThick">
              <a:noFill/>
              <a:miter lim="800000"/>
              <a:headEnd/>
              <a:tailEnd/>
            </a:ln>
            <a:effectLst/>
          </p:spPr>
          <p:txBody>
            <a:bodyPr wrap="none" anchor="ctr"/>
            <a:lstStyle/>
            <a:p>
              <a:pPr>
                <a:defRPr/>
              </a:pPr>
              <a:endParaRPr lang="cs-CZ" sz="2400"/>
            </a:p>
          </p:txBody>
        </p:sp>
        <p:sp>
          <p:nvSpPr>
            <p:cNvPr id="18466" name="Rectangle 34"/>
            <p:cNvSpPr>
              <a:spLocks noChangeArrowheads="1"/>
            </p:cNvSpPr>
            <p:nvPr/>
          </p:nvSpPr>
          <p:spPr bwMode="auto">
            <a:xfrm>
              <a:off x="0" y="512764"/>
              <a:ext cx="12192000" cy="34925"/>
            </a:xfrm>
            <a:prstGeom prst="rect">
              <a:avLst/>
            </a:prstGeom>
            <a:grpFill/>
            <a:ln w="9525" cmpd="thinThick">
              <a:noFill/>
              <a:miter lim="800000"/>
              <a:headEnd/>
              <a:tailEnd/>
            </a:ln>
            <a:effectLst/>
          </p:spPr>
          <p:txBody>
            <a:bodyPr wrap="none" anchor="ctr"/>
            <a:lstStyle/>
            <a:p>
              <a:pPr>
                <a:defRPr/>
              </a:pPr>
              <a:endParaRPr lang="cs-CZ" sz="2400"/>
            </a:p>
          </p:txBody>
        </p:sp>
      </p:grpSp>
      <p:sp>
        <p:nvSpPr>
          <p:cNvPr id="1029" name="Rectangle 2"/>
          <p:cNvSpPr>
            <a:spLocks noGrp="1" noChangeArrowheads="1"/>
          </p:cNvSpPr>
          <p:nvPr>
            <p:ph type="title"/>
          </p:nvPr>
        </p:nvSpPr>
        <p:spPr bwMode="auto">
          <a:xfrm>
            <a:off x="431801" y="-100013"/>
            <a:ext cx="10265833" cy="720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cs-CZ" dirty="0" err="1"/>
              <a:t>Klepnutím</a:t>
            </a:r>
            <a:r>
              <a:rPr lang="en-US" altLang="cs-CZ" dirty="0"/>
              <a:t> </a:t>
            </a:r>
            <a:r>
              <a:rPr lang="en-US" altLang="cs-CZ" dirty="0" err="1"/>
              <a:t>lze</a:t>
            </a:r>
            <a:r>
              <a:rPr lang="en-US" altLang="cs-CZ" dirty="0"/>
              <a:t> </a:t>
            </a:r>
            <a:r>
              <a:rPr lang="en-US" altLang="cs-CZ" dirty="0" err="1"/>
              <a:t>upravit</a:t>
            </a:r>
            <a:r>
              <a:rPr lang="en-US" altLang="cs-CZ" dirty="0"/>
              <a:t> </a:t>
            </a:r>
            <a:r>
              <a:rPr lang="en-US" altLang="cs-CZ" dirty="0" err="1"/>
              <a:t>styl</a:t>
            </a:r>
            <a:r>
              <a:rPr lang="en-US" altLang="cs-CZ" dirty="0"/>
              <a:t> </a:t>
            </a:r>
            <a:r>
              <a:rPr lang="en-US" altLang="cs-CZ" dirty="0" err="1"/>
              <a:t>předlohy</a:t>
            </a:r>
            <a:r>
              <a:rPr lang="en-US" altLang="cs-CZ" dirty="0"/>
              <a:t> </a:t>
            </a:r>
            <a:r>
              <a:rPr lang="en-US" altLang="cs-CZ" dirty="0" err="1"/>
              <a:t>nadpisů</a:t>
            </a:r>
            <a:r>
              <a:rPr lang="en-US" altLang="cs-CZ" dirty="0"/>
              <a:t>.</a:t>
            </a:r>
          </a:p>
        </p:txBody>
      </p:sp>
      <p:sp>
        <p:nvSpPr>
          <p:cNvPr id="18435" name="Rectangle 3"/>
          <p:cNvSpPr>
            <a:spLocks noGrp="1" noChangeArrowheads="1"/>
          </p:cNvSpPr>
          <p:nvPr>
            <p:ph type="body" idx="1"/>
          </p:nvPr>
        </p:nvSpPr>
        <p:spPr bwMode="auto">
          <a:xfrm>
            <a:off x="431801" y="765175"/>
            <a:ext cx="11521017" cy="6034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cs-CZ" dirty="0" err="1"/>
              <a:t>Klepnutím</a:t>
            </a:r>
            <a:r>
              <a:rPr lang="en-US" altLang="cs-CZ" dirty="0"/>
              <a:t> </a:t>
            </a:r>
            <a:r>
              <a:rPr lang="en-US" altLang="cs-CZ" dirty="0" err="1"/>
              <a:t>lze</a:t>
            </a:r>
            <a:r>
              <a:rPr lang="en-US" altLang="cs-CZ" dirty="0"/>
              <a:t> </a:t>
            </a:r>
            <a:r>
              <a:rPr lang="en-US" altLang="cs-CZ" dirty="0" err="1"/>
              <a:t>upravit</a:t>
            </a:r>
            <a:r>
              <a:rPr lang="en-US" altLang="cs-CZ" dirty="0"/>
              <a:t> </a:t>
            </a:r>
            <a:r>
              <a:rPr lang="en-US" altLang="cs-CZ" dirty="0" err="1"/>
              <a:t>styly</a:t>
            </a:r>
            <a:r>
              <a:rPr lang="en-US" altLang="cs-CZ" dirty="0"/>
              <a:t> </a:t>
            </a:r>
            <a:r>
              <a:rPr lang="en-US" altLang="cs-CZ" dirty="0" err="1"/>
              <a:t>předlohy</a:t>
            </a:r>
            <a:r>
              <a:rPr lang="en-US" altLang="cs-CZ" dirty="0"/>
              <a:t> </a:t>
            </a:r>
            <a:r>
              <a:rPr lang="en-US" altLang="cs-CZ" dirty="0" err="1"/>
              <a:t>textu</a:t>
            </a:r>
            <a:r>
              <a:rPr lang="en-US" altLang="cs-CZ" dirty="0"/>
              <a:t>.</a:t>
            </a:r>
          </a:p>
          <a:p>
            <a:pPr lvl="1"/>
            <a:r>
              <a:rPr lang="en-US" altLang="cs-CZ" dirty="0" err="1"/>
              <a:t>Druhá</a:t>
            </a:r>
            <a:r>
              <a:rPr lang="en-US" altLang="cs-CZ" dirty="0"/>
              <a:t> </a:t>
            </a:r>
            <a:r>
              <a:rPr lang="en-US" altLang="cs-CZ" dirty="0" err="1"/>
              <a:t>úroveň</a:t>
            </a:r>
            <a:endParaRPr lang="en-US" altLang="cs-CZ" dirty="0"/>
          </a:p>
          <a:p>
            <a:pPr lvl="2"/>
            <a:r>
              <a:rPr lang="en-US" altLang="cs-CZ" dirty="0" err="1"/>
              <a:t>Třetí</a:t>
            </a:r>
            <a:r>
              <a:rPr lang="en-US" altLang="cs-CZ" dirty="0"/>
              <a:t> </a:t>
            </a:r>
            <a:r>
              <a:rPr lang="en-US" altLang="cs-CZ" dirty="0" err="1"/>
              <a:t>úroveň</a:t>
            </a:r>
            <a:endParaRPr lang="en-US" altLang="cs-CZ" dirty="0"/>
          </a:p>
          <a:p>
            <a:pPr lvl="3"/>
            <a:r>
              <a:rPr lang="en-US" altLang="cs-CZ" dirty="0" err="1"/>
              <a:t>Čtvrtá</a:t>
            </a:r>
            <a:r>
              <a:rPr lang="en-US" altLang="cs-CZ" dirty="0"/>
              <a:t> </a:t>
            </a:r>
            <a:r>
              <a:rPr lang="en-US" altLang="cs-CZ" dirty="0" err="1"/>
              <a:t>úroveň</a:t>
            </a:r>
            <a:endParaRPr lang="en-US" altLang="cs-CZ" dirty="0"/>
          </a:p>
          <a:p>
            <a:pPr lvl="4"/>
            <a:r>
              <a:rPr lang="en-US" altLang="cs-CZ" dirty="0" err="1"/>
              <a:t>Pátá</a:t>
            </a:r>
            <a:r>
              <a:rPr lang="en-US" altLang="cs-CZ" dirty="0"/>
              <a:t> </a:t>
            </a:r>
            <a:r>
              <a:rPr lang="en-US" altLang="cs-CZ" dirty="0" err="1"/>
              <a:t>úroveň</a:t>
            </a:r>
            <a:endParaRPr lang="en-US" altLang="cs-CZ" dirty="0"/>
          </a:p>
        </p:txBody>
      </p:sp>
      <p:sp>
        <p:nvSpPr>
          <p:cNvPr id="18438" name="Rectangle 6"/>
          <p:cNvSpPr>
            <a:spLocks noGrp="1" noChangeArrowheads="1"/>
          </p:cNvSpPr>
          <p:nvPr>
            <p:ph type="sldNum" sz="quarter" idx="4"/>
          </p:nvPr>
        </p:nvSpPr>
        <p:spPr bwMode="auto">
          <a:xfrm>
            <a:off x="11430000" y="6524626"/>
            <a:ext cx="569384"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FontTx/>
              <a:buNone/>
              <a:defRPr sz="1400" b="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defRPr>
            </a:lvl1pPr>
          </a:lstStyle>
          <a:p>
            <a:fld id="{A689CB1D-D8FD-4B5B-916F-DD5C38307548}" type="slidenum">
              <a:rPr lang="en-US" altLang="cs-CZ" smtClean="0"/>
              <a:pPr/>
              <a:t>‹#›</a:t>
            </a:fld>
            <a:endParaRPr lang="en-US" altLang="cs-CZ" dirty="0"/>
          </a:p>
        </p:txBody>
      </p:sp>
      <p:sp>
        <p:nvSpPr>
          <p:cNvPr id="18446" name="Rectangle 14"/>
          <p:cNvSpPr>
            <a:spLocks noChangeArrowheads="1"/>
          </p:cNvSpPr>
          <p:nvPr/>
        </p:nvSpPr>
        <p:spPr bwMode="auto">
          <a:xfrm>
            <a:off x="287867" y="115889"/>
            <a:ext cx="63500" cy="288925"/>
          </a:xfrm>
          <a:prstGeom prst="rect">
            <a:avLst/>
          </a:prstGeom>
          <a:solidFill>
            <a:srgbClr val="FE000C"/>
          </a:solidFill>
          <a:ln w="9525">
            <a:noFill/>
            <a:miter lim="800000"/>
            <a:headEnd/>
            <a:tailEnd/>
          </a:ln>
          <a:effectLst/>
        </p:spPr>
        <p:txBody>
          <a:bodyPr wrap="none" anchor="ctr"/>
          <a:lstStyle/>
          <a:p>
            <a:pPr algn="ctr" eaLnBrk="0" hangingPunct="0">
              <a:spcBef>
                <a:spcPct val="0"/>
              </a:spcBef>
              <a:buFontTx/>
              <a:buNone/>
              <a:defRPr/>
            </a:pPr>
            <a:endParaRPr lang="cs-CZ" sz="2400" b="0">
              <a:solidFill>
                <a:schemeClr val="tx1"/>
              </a:solidFill>
              <a:latin typeface="Century Gothic" pitchFamily="34" charset="0"/>
            </a:endParaRPr>
          </a:p>
        </p:txBody>
      </p:sp>
      <p:sp>
        <p:nvSpPr>
          <p:cNvPr id="13" name="Rectangle 14"/>
          <p:cNvSpPr>
            <a:spLocks noChangeArrowheads="1"/>
          </p:cNvSpPr>
          <p:nvPr userDrawn="1"/>
        </p:nvSpPr>
        <p:spPr bwMode="auto">
          <a:xfrm>
            <a:off x="10777335" y="116632"/>
            <a:ext cx="63500" cy="288925"/>
          </a:xfrm>
          <a:prstGeom prst="rect">
            <a:avLst/>
          </a:prstGeom>
          <a:solidFill>
            <a:srgbClr val="00A9E0"/>
          </a:solidFill>
          <a:ln w="9525">
            <a:noFill/>
            <a:miter lim="800000"/>
            <a:headEnd/>
            <a:tailEnd/>
          </a:ln>
          <a:effectLst/>
        </p:spPr>
        <p:txBody>
          <a:bodyPr wrap="none" anchor="ctr"/>
          <a:lstStyle/>
          <a:p>
            <a:pPr algn="ctr" eaLnBrk="0" hangingPunct="0">
              <a:spcBef>
                <a:spcPct val="0"/>
              </a:spcBef>
              <a:buFontTx/>
              <a:buNone/>
              <a:defRPr/>
            </a:pPr>
            <a:endParaRPr lang="cs-CZ" sz="2400" b="0">
              <a:solidFill>
                <a:schemeClr val="tx1"/>
              </a:solidFill>
              <a:latin typeface="Century Gothic" pitchFamily="34" charset="0"/>
            </a:endParaRPr>
          </a:p>
        </p:txBody>
      </p:sp>
      <p:pic>
        <p:nvPicPr>
          <p:cNvPr id="9" name="Picture 8">
            <a:extLst>
              <a:ext uri="{FF2B5EF4-FFF2-40B4-BE49-F238E27FC236}">
                <a16:creationId xmlns:a16="http://schemas.microsoft.com/office/drawing/2014/main" id="{84C8B3B4-D8F7-41EB-8A5E-A713505B4007}"/>
              </a:ext>
            </a:extLst>
          </p:cNvPr>
          <p:cNvPicPr>
            <a:picLocks noChangeAspect="1"/>
          </p:cNvPicPr>
          <p:nvPr userDrawn="1"/>
        </p:nvPicPr>
        <p:blipFill>
          <a:blip r:embed="rId12"/>
          <a:stretch>
            <a:fillRect/>
          </a:stretch>
        </p:blipFill>
        <p:spPr>
          <a:xfrm>
            <a:off x="10968508" y="53450"/>
            <a:ext cx="1095817" cy="438912"/>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02" r:id="rId2"/>
    <p:sldLayoutId id="2147483707" r:id="rId3"/>
    <p:sldLayoutId id="2147483703" r:id="rId4"/>
    <p:sldLayoutId id="2147483704" r:id="rId5"/>
    <p:sldLayoutId id="2147483705" r:id="rId6"/>
    <p:sldLayoutId id="2147483710" r:id="rId7"/>
    <p:sldLayoutId id="2147483711" r:id="rId8"/>
    <p:sldLayoutId id="2147483708" r:id="rId9"/>
    <p:sldLayoutId id="2147483712" r:id="rId10"/>
  </p:sldLayoutIdLst>
  <p:hf hdr="0" dt="0"/>
  <p:txStyles>
    <p:titleStyle>
      <a:lvl1pPr algn="l" rtl="0" eaLnBrk="1" fontAlgn="base" hangingPunct="1">
        <a:spcBef>
          <a:spcPct val="0"/>
        </a:spcBef>
        <a:spcAft>
          <a:spcPct val="0"/>
        </a:spcAft>
        <a:defRPr sz="3200">
          <a:solidFill>
            <a:srgbClr val="00A9E0"/>
          </a:solidFill>
          <a:latin typeface="Calibri" pitchFamily="34" charset="0"/>
          <a:ea typeface="Calibri" panose="020F0502020204030204" pitchFamily="34" charset="0"/>
          <a:cs typeface="Calibri" pitchFamily="34" charset="0"/>
        </a:defRPr>
      </a:lvl1pPr>
      <a:lvl2pPr algn="l" rtl="0" eaLnBrk="1" fontAlgn="base" hangingPunct="1">
        <a:spcBef>
          <a:spcPct val="0"/>
        </a:spcBef>
        <a:spcAft>
          <a:spcPct val="0"/>
        </a:spcAft>
        <a:defRPr sz="2600">
          <a:solidFill>
            <a:srgbClr val="1B85B9"/>
          </a:solidFill>
          <a:latin typeface="Calibri" pitchFamily="34" charset="0"/>
          <a:ea typeface="Calibri" panose="020F0502020204030204" pitchFamily="34" charset="0"/>
          <a:cs typeface="Calibri" pitchFamily="34" charset="0"/>
        </a:defRPr>
      </a:lvl2pPr>
      <a:lvl3pPr algn="l" rtl="0" eaLnBrk="1" fontAlgn="base" hangingPunct="1">
        <a:spcBef>
          <a:spcPct val="0"/>
        </a:spcBef>
        <a:spcAft>
          <a:spcPct val="0"/>
        </a:spcAft>
        <a:defRPr sz="2600">
          <a:solidFill>
            <a:srgbClr val="1B85B9"/>
          </a:solidFill>
          <a:latin typeface="Calibri" pitchFamily="34" charset="0"/>
          <a:ea typeface="Calibri" panose="020F0502020204030204" pitchFamily="34" charset="0"/>
          <a:cs typeface="Calibri" pitchFamily="34" charset="0"/>
        </a:defRPr>
      </a:lvl3pPr>
      <a:lvl4pPr algn="l" rtl="0" eaLnBrk="1" fontAlgn="base" hangingPunct="1">
        <a:spcBef>
          <a:spcPct val="0"/>
        </a:spcBef>
        <a:spcAft>
          <a:spcPct val="0"/>
        </a:spcAft>
        <a:defRPr sz="2600">
          <a:solidFill>
            <a:srgbClr val="1B85B9"/>
          </a:solidFill>
          <a:latin typeface="Calibri" pitchFamily="34" charset="0"/>
          <a:ea typeface="Calibri" panose="020F0502020204030204" pitchFamily="34" charset="0"/>
          <a:cs typeface="Calibri" pitchFamily="34" charset="0"/>
        </a:defRPr>
      </a:lvl4pPr>
      <a:lvl5pPr algn="l" rtl="0" eaLnBrk="1" fontAlgn="base" hangingPunct="1">
        <a:spcBef>
          <a:spcPct val="0"/>
        </a:spcBef>
        <a:spcAft>
          <a:spcPct val="0"/>
        </a:spcAft>
        <a:defRPr sz="2600">
          <a:solidFill>
            <a:srgbClr val="1B85B9"/>
          </a:solidFill>
          <a:latin typeface="Calibri" pitchFamily="34" charset="0"/>
          <a:ea typeface="Calibri" panose="020F0502020204030204" pitchFamily="34" charset="0"/>
          <a:cs typeface="Calibri" pitchFamily="34" charset="0"/>
        </a:defRPr>
      </a:lvl5pPr>
      <a:lvl6pPr marL="457200" algn="l" rtl="0" eaLnBrk="1" fontAlgn="base" hangingPunct="1">
        <a:spcBef>
          <a:spcPct val="0"/>
        </a:spcBef>
        <a:spcAft>
          <a:spcPct val="0"/>
        </a:spcAft>
        <a:defRPr sz="2600">
          <a:solidFill>
            <a:srgbClr val="1B85B9"/>
          </a:solidFill>
          <a:latin typeface="Tahoma" pitchFamily="34" charset="0"/>
        </a:defRPr>
      </a:lvl6pPr>
      <a:lvl7pPr marL="914400" algn="l" rtl="0" eaLnBrk="1" fontAlgn="base" hangingPunct="1">
        <a:spcBef>
          <a:spcPct val="0"/>
        </a:spcBef>
        <a:spcAft>
          <a:spcPct val="0"/>
        </a:spcAft>
        <a:defRPr sz="2600">
          <a:solidFill>
            <a:srgbClr val="1B85B9"/>
          </a:solidFill>
          <a:latin typeface="Tahoma" pitchFamily="34" charset="0"/>
        </a:defRPr>
      </a:lvl7pPr>
      <a:lvl8pPr marL="1371600" algn="l" rtl="0" eaLnBrk="1" fontAlgn="base" hangingPunct="1">
        <a:spcBef>
          <a:spcPct val="0"/>
        </a:spcBef>
        <a:spcAft>
          <a:spcPct val="0"/>
        </a:spcAft>
        <a:defRPr sz="2600">
          <a:solidFill>
            <a:srgbClr val="1B85B9"/>
          </a:solidFill>
          <a:latin typeface="Tahoma" pitchFamily="34" charset="0"/>
        </a:defRPr>
      </a:lvl8pPr>
      <a:lvl9pPr marL="1828800" algn="l" rtl="0" eaLnBrk="1" fontAlgn="base" hangingPunct="1">
        <a:spcBef>
          <a:spcPct val="0"/>
        </a:spcBef>
        <a:spcAft>
          <a:spcPct val="0"/>
        </a:spcAft>
        <a:defRPr sz="2600">
          <a:solidFill>
            <a:srgbClr val="1B85B9"/>
          </a:solidFill>
          <a:latin typeface="Tahoma" pitchFamily="34" charset="0"/>
        </a:defRPr>
      </a:lvl9pPr>
    </p:titleStyle>
    <p:bodyStyle>
      <a:lvl1pPr marL="342900" indent="-342900" algn="l" rtl="0" eaLnBrk="1" fontAlgn="base" hangingPunct="1">
        <a:spcBef>
          <a:spcPct val="20000"/>
        </a:spcBef>
        <a:spcAft>
          <a:spcPct val="0"/>
        </a:spcAft>
        <a:buChar char="•"/>
        <a:defRPr sz="2600">
          <a:solidFill>
            <a:schemeClr val="tx1"/>
          </a:solidFill>
          <a:latin typeface="Calibri" pitchFamily="34" charset="0"/>
          <a:ea typeface="Calibri" panose="020F0502020204030204" pitchFamily="34" charset="0"/>
          <a:cs typeface="Calibri" pitchFamily="34" charset="0"/>
        </a:defRPr>
      </a:lvl1pPr>
      <a:lvl2pPr marL="742950" indent="-285750" algn="l" rtl="0" eaLnBrk="1" fontAlgn="base" hangingPunct="1">
        <a:spcBef>
          <a:spcPct val="20000"/>
        </a:spcBef>
        <a:spcAft>
          <a:spcPct val="0"/>
        </a:spcAft>
        <a:buChar char="•"/>
        <a:defRPr sz="2400">
          <a:solidFill>
            <a:schemeClr val="tx1"/>
          </a:solidFill>
          <a:latin typeface="Calibri" pitchFamily="34" charset="0"/>
          <a:ea typeface="Calibri" panose="020F0502020204030204" pitchFamily="34" charset="0"/>
          <a:cs typeface="Calibri" pitchFamily="34" charset="0"/>
        </a:defRPr>
      </a:lvl2pPr>
      <a:lvl3pPr marL="1143000" indent="-228600" algn="l" rtl="0" eaLnBrk="1" fontAlgn="base" hangingPunct="1">
        <a:spcBef>
          <a:spcPct val="20000"/>
        </a:spcBef>
        <a:spcAft>
          <a:spcPct val="0"/>
        </a:spcAft>
        <a:buChar char="•"/>
        <a:defRPr sz="2200">
          <a:solidFill>
            <a:schemeClr val="tx1"/>
          </a:solidFill>
          <a:latin typeface="Calibri" pitchFamily="34" charset="0"/>
          <a:ea typeface="Calibri" panose="020F0502020204030204" pitchFamily="34" charset="0"/>
          <a:cs typeface="Calibri" pitchFamily="34" charset="0"/>
        </a:defRPr>
      </a:lvl3pPr>
      <a:lvl4pPr marL="1600200" indent="-228600" algn="l" rtl="0" eaLnBrk="1" fontAlgn="base" hangingPunct="1">
        <a:spcBef>
          <a:spcPct val="20000"/>
        </a:spcBef>
        <a:spcAft>
          <a:spcPct val="0"/>
        </a:spcAft>
        <a:buChar char="•"/>
        <a:defRPr sz="1600">
          <a:solidFill>
            <a:schemeClr val="tx1"/>
          </a:solidFill>
          <a:latin typeface="Calibri" pitchFamily="34" charset="0"/>
          <a:ea typeface="Calibri" panose="020F0502020204030204" pitchFamily="34" charset="0"/>
          <a:cs typeface="Calibri" pitchFamily="34" charset="0"/>
        </a:defRPr>
      </a:lvl4pPr>
      <a:lvl5pPr marL="2057400" indent="-228600" algn="l" rtl="0" eaLnBrk="1" fontAlgn="base" hangingPunct="1">
        <a:spcBef>
          <a:spcPct val="20000"/>
        </a:spcBef>
        <a:spcAft>
          <a:spcPct val="0"/>
        </a:spcAft>
        <a:buChar char="•"/>
        <a:defRPr sz="1400">
          <a:solidFill>
            <a:schemeClr val="tx1"/>
          </a:solidFill>
          <a:latin typeface="Calibri" pitchFamily="34" charset="0"/>
          <a:ea typeface="Calibri" panose="020F0502020204030204" pitchFamily="34" charset="0"/>
          <a:cs typeface="Calibri" pitchFamily="34" charset="0"/>
        </a:defRPr>
      </a:lvl5pPr>
      <a:lvl6pPr marL="2514600" indent="-228600" algn="l" rtl="0" eaLnBrk="1" fontAlgn="base" hangingPunct="1">
        <a:spcBef>
          <a:spcPct val="20000"/>
        </a:spcBef>
        <a:spcAft>
          <a:spcPct val="0"/>
        </a:spcAft>
        <a:buChar char="•"/>
        <a:defRPr sz="1400">
          <a:solidFill>
            <a:schemeClr val="tx1"/>
          </a:solidFill>
          <a:latin typeface="+mn-lt"/>
        </a:defRPr>
      </a:lvl6pPr>
      <a:lvl7pPr marL="2971800" indent="-228600" algn="l" rtl="0" eaLnBrk="1" fontAlgn="base" hangingPunct="1">
        <a:spcBef>
          <a:spcPct val="20000"/>
        </a:spcBef>
        <a:spcAft>
          <a:spcPct val="0"/>
        </a:spcAft>
        <a:buChar char="•"/>
        <a:defRPr sz="1400">
          <a:solidFill>
            <a:schemeClr val="tx1"/>
          </a:solidFill>
          <a:latin typeface="+mn-lt"/>
        </a:defRPr>
      </a:lvl7pPr>
      <a:lvl8pPr marL="3429000" indent="-228600" algn="l" rtl="0" eaLnBrk="1" fontAlgn="base" hangingPunct="1">
        <a:spcBef>
          <a:spcPct val="20000"/>
        </a:spcBef>
        <a:spcAft>
          <a:spcPct val="0"/>
        </a:spcAft>
        <a:buChar char="•"/>
        <a:defRPr sz="1400">
          <a:solidFill>
            <a:schemeClr val="tx1"/>
          </a:solidFill>
          <a:latin typeface="+mn-lt"/>
        </a:defRPr>
      </a:lvl8pPr>
      <a:lvl9pPr marL="3886200" indent="-228600" algn="l" rtl="0" eaLnBrk="1" fontAlgn="base" hangingPunct="1">
        <a:spcBef>
          <a:spcPct val="20000"/>
        </a:spcBef>
        <a:spcAft>
          <a:spcPct val="0"/>
        </a:spcAft>
        <a:buChar char="•"/>
        <a:defRPr sz="1400">
          <a:solidFill>
            <a:schemeClr val="tx1"/>
          </a:solidFill>
          <a:latin typeface="+mn-lt"/>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customXml" Target="../ink/ink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customXml" Target="../ink/ink4.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customXml" Target="../ink/ink6.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ustomXml" Target="../ink/ink7.xml"/><Relationship Id="rId7" Type="http://schemas.openxmlformats.org/officeDocument/2006/relationships/image" Target="../media/image30.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7.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sv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9.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customXml" Target="../ink/ink10.xml"/><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customXml" Target="../ink/ink11.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subTitle" idx="1"/>
          </p:nvPr>
        </p:nvSpPr>
        <p:spPr>
          <a:xfrm>
            <a:off x="479376" y="3694112"/>
            <a:ext cx="7921674" cy="801687"/>
          </a:xfrm>
        </p:spPr>
        <p:txBody>
          <a:bodyPr/>
          <a:lstStyle/>
          <a:p>
            <a:r>
              <a:rPr lang="cs-CZ" altLang="cs-CZ" dirty="0"/>
              <a:t>Petr Kaška</a:t>
            </a:r>
            <a:endParaRPr lang="en-US" altLang="cs-CZ" dirty="0"/>
          </a:p>
        </p:txBody>
      </p:sp>
      <p:sp>
        <p:nvSpPr>
          <p:cNvPr id="6146" name="Rectangle 2"/>
          <p:cNvSpPr>
            <a:spLocks noGrp="1" noChangeArrowheads="1"/>
          </p:cNvSpPr>
          <p:nvPr>
            <p:ph type="ctrTitle"/>
          </p:nvPr>
        </p:nvSpPr>
        <p:spPr>
          <a:xfrm>
            <a:off x="479376" y="1988840"/>
            <a:ext cx="9045624" cy="1254125"/>
          </a:xfrm>
        </p:spPr>
        <p:txBody>
          <a:bodyPr/>
          <a:lstStyle/>
          <a:p>
            <a:pPr algn="l"/>
            <a:r>
              <a:rPr lang="en-GB" b="1" i="0" dirty="0">
                <a:solidFill>
                  <a:srgbClr val="1D2125"/>
                </a:solidFill>
                <a:effectLst/>
                <a:latin typeface="roboto" panose="020F0502020204030204" pitchFamily="2" charset="0"/>
              </a:rPr>
              <a:t>Material Design: Typography rules and recommendations</a:t>
            </a:r>
          </a:p>
        </p:txBody>
      </p:sp>
      <p:pic>
        <p:nvPicPr>
          <p:cNvPr id="3" name="Picture 2">
            <a:extLst>
              <a:ext uri="{FF2B5EF4-FFF2-40B4-BE49-F238E27FC236}">
                <a16:creationId xmlns:a16="http://schemas.microsoft.com/office/drawing/2014/main" id="{905DA4BF-B2F4-4E8D-8591-A5481A0F2761}"/>
              </a:ext>
            </a:extLst>
          </p:cNvPr>
          <p:cNvPicPr>
            <a:picLocks noChangeAspect="1"/>
          </p:cNvPicPr>
          <p:nvPr/>
        </p:nvPicPr>
        <p:blipFill>
          <a:blip r:embed="rId3"/>
          <a:stretch>
            <a:fillRect/>
          </a:stretch>
        </p:blipFill>
        <p:spPr>
          <a:xfrm>
            <a:off x="304799" y="4495800"/>
            <a:ext cx="3482225" cy="20502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ástupný symbol pro číslo snímku 4"/>
          <p:cNvSpPr>
            <a:spLocks noGrp="1"/>
          </p:cNvSpPr>
          <p:nvPr>
            <p:ph type="sldNum" sz="quarter" idx="11"/>
          </p:nvPr>
        </p:nvSpPr>
        <p:spPr/>
        <p:txBody>
          <a:bodyPr/>
          <a:lstStyle/>
          <a:p>
            <a:fld id="{7C839148-7006-41C4-ABC2-D2A9F4595A63}" type="slidenum">
              <a:rPr lang="en-US" altLang="cs-CZ" smtClean="0"/>
              <a:pPr/>
              <a:t>2</a:t>
            </a:fld>
            <a:endParaRPr lang="en-US" altLang="cs-CZ" dirty="0"/>
          </a:p>
        </p:txBody>
      </p:sp>
      <p:sp>
        <p:nvSpPr>
          <p:cNvPr id="4" name="TextBox 3">
            <a:extLst>
              <a:ext uri="{FF2B5EF4-FFF2-40B4-BE49-F238E27FC236}">
                <a16:creationId xmlns:a16="http://schemas.microsoft.com/office/drawing/2014/main" id="{DADFBD2D-C2A3-AA14-5892-E27234B12D5D}"/>
              </a:ext>
            </a:extLst>
          </p:cNvPr>
          <p:cNvSpPr txBox="1"/>
          <p:nvPr/>
        </p:nvSpPr>
        <p:spPr>
          <a:xfrm>
            <a:off x="685800" y="5029200"/>
            <a:ext cx="6324600" cy="584775"/>
          </a:xfrm>
          <a:prstGeom prst="rect">
            <a:avLst/>
          </a:prstGeom>
          <a:noFill/>
        </p:spPr>
        <p:txBody>
          <a:bodyPr wrap="square" rtlCol="0">
            <a:spAutoFit/>
          </a:bodyPr>
          <a:lstStyle/>
          <a:p>
            <a:pPr marL="0" indent="0">
              <a:buNone/>
            </a:pPr>
            <a:r>
              <a:rPr lang="en-US" sz="3200" dirty="0">
                <a:solidFill>
                  <a:srgbClr val="212121"/>
                </a:solidFill>
                <a:latin typeface="Roboto" panose="02000000000000000000" pitchFamily="2" charset="0"/>
              </a:rPr>
              <a:t>W</a:t>
            </a:r>
            <a:r>
              <a:rPr lang="en-US" sz="3200" b="1" i="0" dirty="0">
                <a:solidFill>
                  <a:srgbClr val="212121"/>
                </a:solidFill>
                <a:effectLst/>
                <a:latin typeface="Roboto" panose="02000000000000000000" pitchFamily="2" charset="0"/>
              </a:rPr>
              <a:t>hy is typography important?</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4949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E8AEF1F-DDD9-B7C9-E991-72A5E44DDFEC}"/>
              </a:ext>
            </a:extLst>
          </p:cNvPr>
          <p:cNvPicPr>
            <a:picLocks noChangeAspect="1"/>
          </p:cNvPicPr>
          <p:nvPr/>
        </p:nvPicPr>
        <p:blipFill>
          <a:blip r:embed="rId3"/>
          <a:stretch>
            <a:fillRect/>
          </a:stretch>
        </p:blipFill>
        <p:spPr>
          <a:xfrm>
            <a:off x="834010" y="625490"/>
            <a:ext cx="10166975" cy="6065823"/>
          </a:xfrm>
          <a:prstGeom prst="rect">
            <a:avLst/>
          </a:prstGeom>
        </p:spPr>
      </p:pic>
      <p:sp>
        <p:nvSpPr>
          <p:cNvPr id="4" name="Slide Number Placeholder 3">
            <a:extLst>
              <a:ext uri="{FF2B5EF4-FFF2-40B4-BE49-F238E27FC236}">
                <a16:creationId xmlns:a16="http://schemas.microsoft.com/office/drawing/2014/main" id="{33F01423-5513-43FF-8573-657420426222}"/>
              </a:ext>
            </a:extLst>
          </p:cNvPr>
          <p:cNvSpPr>
            <a:spLocks noGrp="1"/>
          </p:cNvSpPr>
          <p:nvPr>
            <p:ph type="sldNum" sz="quarter" idx="11"/>
          </p:nvPr>
        </p:nvSpPr>
        <p:spPr/>
        <p:txBody>
          <a:bodyPr/>
          <a:lstStyle/>
          <a:p>
            <a:fld id="{7C839148-7006-41C4-ABC2-D2A9F4595A63}" type="slidenum">
              <a:rPr lang="en-US" altLang="cs-CZ" smtClean="0"/>
              <a:pPr/>
              <a:t>3</a:t>
            </a:fld>
            <a:endParaRPr lang="en-US" altLang="cs-CZ"/>
          </a:p>
        </p:txBody>
      </p:sp>
      <p:pic>
        <p:nvPicPr>
          <p:cNvPr id="8" name="Picture 7">
            <a:extLst>
              <a:ext uri="{FF2B5EF4-FFF2-40B4-BE49-F238E27FC236}">
                <a16:creationId xmlns:a16="http://schemas.microsoft.com/office/drawing/2014/main" id="{0658FF55-CB1D-751D-A312-5136F22E05BB}"/>
              </a:ext>
            </a:extLst>
          </p:cNvPr>
          <p:cNvPicPr>
            <a:picLocks noGrp="1" noRot="1" noChangeAspect="1" noMove="1" noResize="1" noEditPoints="1" noAdjustHandles="1" noChangeArrowheads="1" noChangeShapeType="1" noCrop="1"/>
          </p:cNvPicPr>
          <p:nvPr/>
        </p:nvPicPr>
        <p:blipFill>
          <a:blip r:embed="rId4"/>
          <a:stretch>
            <a:fillRect/>
          </a:stretch>
        </p:blipFill>
        <p:spPr>
          <a:xfrm>
            <a:off x="4495800" y="2971800"/>
            <a:ext cx="6246596" cy="3429000"/>
          </a:xfrm>
          <a:prstGeom prst="rect">
            <a:avLst/>
          </a:prstGeom>
        </p:spPr>
      </p:pic>
      <p:grpSp>
        <p:nvGrpSpPr>
          <p:cNvPr id="5" name="Group 4">
            <a:extLst>
              <a:ext uri="{FF2B5EF4-FFF2-40B4-BE49-F238E27FC236}">
                <a16:creationId xmlns:a16="http://schemas.microsoft.com/office/drawing/2014/main" id="{F46F9D4D-C2E9-C652-FF60-A8A51FC076C4}"/>
              </a:ext>
            </a:extLst>
          </p:cNvPr>
          <p:cNvGrpSpPr/>
          <p:nvPr/>
        </p:nvGrpSpPr>
        <p:grpSpPr>
          <a:xfrm>
            <a:off x="838200" y="685800"/>
            <a:ext cx="10166975" cy="6065823"/>
            <a:chOff x="838200" y="685800"/>
            <a:chExt cx="10166975" cy="6065823"/>
          </a:xfrm>
        </p:grpSpPr>
        <p:pic>
          <p:nvPicPr>
            <p:cNvPr id="2" name="Picture 1">
              <a:extLst>
                <a:ext uri="{FF2B5EF4-FFF2-40B4-BE49-F238E27FC236}">
                  <a16:creationId xmlns:a16="http://schemas.microsoft.com/office/drawing/2014/main" id="{28DF5698-2703-1AE6-8688-D02332A6D3A4}"/>
                </a:ext>
              </a:extLst>
            </p:cNvPr>
            <p:cNvPicPr>
              <a:picLocks noChangeAspect="1"/>
            </p:cNvPicPr>
            <p:nvPr/>
          </p:nvPicPr>
          <p:blipFill>
            <a:blip r:embed="rId3"/>
            <a:stretch>
              <a:fillRect/>
            </a:stretch>
          </p:blipFill>
          <p:spPr>
            <a:xfrm>
              <a:off x="838200" y="685800"/>
              <a:ext cx="10166975" cy="6065823"/>
            </a:xfrm>
            <a:prstGeom prst="rect">
              <a:avLst/>
            </a:prstGeom>
          </p:spPr>
        </p:pic>
        <p:pic>
          <p:nvPicPr>
            <p:cNvPr id="3" name="Picture 2">
              <a:extLst>
                <a:ext uri="{FF2B5EF4-FFF2-40B4-BE49-F238E27FC236}">
                  <a16:creationId xmlns:a16="http://schemas.microsoft.com/office/drawing/2014/main" id="{3ADF4D25-44A3-508A-619D-DAA7428CBAE6}"/>
                </a:ext>
              </a:extLst>
            </p:cNvPr>
            <p:cNvPicPr/>
            <p:nvPr/>
          </p:nvPicPr>
          <p:blipFill>
            <a:blip r:embed="rId4"/>
            <a:stretch>
              <a:fillRect/>
            </a:stretch>
          </p:blipFill>
          <p:spPr>
            <a:xfrm>
              <a:off x="4499990" y="3032110"/>
              <a:ext cx="6246596" cy="3429000"/>
            </a:xfrm>
            <a:prstGeom prst="rect">
              <a:avLst/>
            </a:prstGeom>
          </p:spPr>
        </p:pic>
      </p:grpSp>
    </p:spTree>
    <p:extLst>
      <p:ext uri="{BB962C8B-B14F-4D97-AF65-F5344CB8AC3E}">
        <p14:creationId xmlns:p14="http://schemas.microsoft.com/office/powerpoint/2010/main" val="1736365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25944-476C-0482-8FE8-689C73961D2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7F2B15-DAD0-A7B6-B749-C0768A2CE142}"/>
              </a:ext>
            </a:extLst>
          </p:cNvPr>
          <p:cNvSpPr>
            <a:spLocks noGrp="1"/>
          </p:cNvSpPr>
          <p:nvPr>
            <p:ph type="sldNum" sz="quarter" idx="11"/>
          </p:nvPr>
        </p:nvSpPr>
        <p:spPr/>
        <p:txBody>
          <a:bodyPr/>
          <a:lstStyle/>
          <a:p>
            <a:fld id="{7C839148-7006-41C4-ABC2-D2A9F4595A63}" type="slidenum">
              <a:rPr lang="en-US" altLang="cs-CZ" smtClean="0"/>
              <a:pPr/>
              <a:t>4</a:t>
            </a:fld>
            <a:endParaRPr lang="en-US" altLang="cs-CZ"/>
          </a:p>
        </p:txBody>
      </p:sp>
      <p:pic>
        <p:nvPicPr>
          <p:cNvPr id="26" name="Picture 25">
            <a:extLst>
              <a:ext uri="{FF2B5EF4-FFF2-40B4-BE49-F238E27FC236}">
                <a16:creationId xmlns:a16="http://schemas.microsoft.com/office/drawing/2014/main" id="{E318D310-1982-8591-B818-BEA60143B31B}"/>
              </a:ext>
            </a:extLst>
          </p:cNvPr>
          <p:cNvPicPr>
            <a:picLocks noChangeAspect="1"/>
          </p:cNvPicPr>
          <p:nvPr/>
        </p:nvPicPr>
        <p:blipFill>
          <a:blip r:embed="rId3"/>
          <a:stretch>
            <a:fillRect/>
          </a:stretch>
        </p:blipFill>
        <p:spPr>
          <a:xfrm>
            <a:off x="790575" y="4267200"/>
            <a:ext cx="10436877" cy="625303"/>
          </a:xfrm>
          <a:prstGeom prst="rect">
            <a:avLst/>
          </a:prstGeom>
        </p:spPr>
      </p:pic>
      <p:pic>
        <p:nvPicPr>
          <p:cNvPr id="31" name="Picture 30">
            <a:extLst>
              <a:ext uri="{FF2B5EF4-FFF2-40B4-BE49-F238E27FC236}">
                <a16:creationId xmlns:a16="http://schemas.microsoft.com/office/drawing/2014/main" id="{079AF3E2-0290-0343-1FCD-B3499E57C7F5}"/>
              </a:ext>
            </a:extLst>
          </p:cNvPr>
          <p:cNvPicPr>
            <a:picLocks noChangeAspect="1"/>
          </p:cNvPicPr>
          <p:nvPr/>
        </p:nvPicPr>
        <p:blipFill>
          <a:blip r:embed="rId4"/>
          <a:stretch>
            <a:fillRect/>
          </a:stretch>
        </p:blipFill>
        <p:spPr>
          <a:xfrm>
            <a:off x="932855" y="919051"/>
            <a:ext cx="8306959" cy="885949"/>
          </a:xfrm>
          <a:prstGeom prst="rect">
            <a:avLst/>
          </a:prstGeom>
        </p:spPr>
      </p:pic>
      <p:grpSp>
        <p:nvGrpSpPr>
          <p:cNvPr id="10" name="Group 9">
            <a:extLst>
              <a:ext uri="{FF2B5EF4-FFF2-40B4-BE49-F238E27FC236}">
                <a16:creationId xmlns:a16="http://schemas.microsoft.com/office/drawing/2014/main" id="{AE757919-A9FB-2628-D763-FBD17757687F}"/>
              </a:ext>
            </a:extLst>
          </p:cNvPr>
          <p:cNvGrpSpPr/>
          <p:nvPr/>
        </p:nvGrpSpPr>
        <p:grpSpPr>
          <a:xfrm>
            <a:off x="772789" y="2209800"/>
            <a:ext cx="10646422" cy="914287"/>
            <a:chOff x="762000" y="2267024"/>
            <a:chExt cx="10646422" cy="914287"/>
          </a:xfrm>
        </p:grpSpPr>
        <p:pic>
          <p:nvPicPr>
            <p:cNvPr id="12" name="Picture 11">
              <a:extLst>
                <a:ext uri="{FF2B5EF4-FFF2-40B4-BE49-F238E27FC236}">
                  <a16:creationId xmlns:a16="http://schemas.microsoft.com/office/drawing/2014/main" id="{EDFA89D7-5C15-4825-5D46-719F31F21050}"/>
                </a:ext>
              </a:extLst>
            </p:cNvPr>
            <p:cNvPicPr>
              <a:picLocks noChangeAspect="1"/>
            </p:cNvPicPr>
            <p:nvPr/>
          </p:nvPicPr>
          <p:blipFill>
            <a:blip r:embed="rId3"/>
            <a:stretch>
              <a:fillRect/>
            </a:stretch>
          </p:blipFill>
          <p:spPr>
            <a:xfrm>
              <a:off x="762000" y="2362200"/>
              <a:ext cx="10436877" cy="625303"/>
            </a:xfrm>
            <a:prstGeom prst="rect">
              <a:avLst/>
            </a:prstGeom>
          </p:spPr>
        </p:pic>
        <p:sp>
          <p:nvSpPr>
            <p:cNvPr id="14" name="Rectangle 13">
              <a:extLst>
                <a:ext uri="{FF2B5EF4-FFF2-40B4-BE49-F238E27FC236}">
                  <a16:creationId xmlns:a16="http://schemas.microsoft.com/office/drawing/2014/main" id="{023B60A6-B1AE-C199-07F0-058AFE7B386F}"/>
                </a:ext>
              </a:extLst>
            </p:cNvPr>
            <p:cNvSpPr/>
            <p:nvPr/>
          </p:nvSpPr>
          <p:spPr bwMode="auto">
            <a:xfrm>
              <a:off x="2124074" y="2428629"/>
              <a:ext cx="314325" cy="492443"/>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AF8E402-A33B-3171-FA53-8108FE250EE1}"/>
                </a:ext>
              </a:extLst>
            </p:cNvPr>
            <p:cNvSpPr txBox="1"/>
            <p:nvPr/>
          </p:nvSpPr>
          <p:spPr>
            <a:xfrm>
              <a:off x="1981200" y="2362200"/>
              <a:ext cx="1066800" cy="707886"/>
            </a:xfrm>
            <a:prstGeom prst="rect">
              <a:avLst/>
            </a:prstGeom>
            <a:noFill/>
          </p:spPr>
          <p:txBody>
            <a:bodyPr wrap="square" rtlCol="0">
              <a:spAutoFit/>
            </a:bodyPr>
            <a:lstStyle/>
            <a:p>
              <a:pPr algn="l">
                <a:buNone/>
              </a:pPr>
              <a:r>
                <a:rPr lang="cs-CZ" sz="4000" b="0" dirty="0">
                  <a:solidFill>
                    <a:schemeClr val="tx1"/>
                  </a:solidFill>
                  <a:latin typeface="Forte" panose="03060902040502070203" pitchFamily="66" charset="0"/>
                  <a:ea typeface="Calibri" panose="020F0502020204030204" pitchFamily="34" charset="0"/>
                  <a:cs typeface="Calibri" panose="020F0502020204030204" pitchFamily="34" charset="0"/>
                </a:rPr>
                <a:t>A</a:t>
              </a:r>
              <a:endParaRPr lang="en-US" sz="4000" b="0" dirty="0" err="1">
                <a:solidFill>
                  <a:schemeClr val="tx1"/>
                </a:solidFill>
                <a:latin typeface="Forte" panose="03060902040502070203" pitchFamily="66"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78397A51-42BF-2691-36A5-8E36B89AF9DF}"/>
                </a:ext>
              </a:extLst>
            </p:cNvPr>
            <p:cNvSpPr/>
            <p:nvPr/>
          </p:nvSpPr>
          <p:spPr bwMode="auto">
            <a:xfrm>
              <a:off x="2895600" y="2533308"/>
              <a:ext cx="457200" cy="625303"/>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DDF8BCE5-14B0-8AFA-FB28-423F62A4A709}"/>
                </a:ext>
              </a:extLst>
            </p:cNvPr>
            <p:cNvSpPr txBox="1"/>
            <p:nvPr/>
          </p:nvSpPr>
          <p:spPr>
            <a:xfrm>
              <a:off x="2743201" y="2362200"/>
              <a:ext cx="1066800" cy="707886"/>
            </a:xfrm>
            <a:prstGeom prst="rect">
              <a:avLst/>
            </a:prstGeom>
            <a:noFill/>
          </p:spPr>
          <p:txBody>
            <a:bodyPr wrap="square" rtlCol="0">
              <a:spAutoFit/>
            </a:bodyPr>
            <a:lstStyle/>
            <a:p>
              <a:pPr algn="l">
                <a:buNone/>
              </a:pPr>
              <a:r>
                <a:rPr lang="cs-CZ" sz="4000" b="0" dirty="0">
                  <a:solidFill>
                    <a:schemeClr val="tx1"/>
                  </a:solidFill>
                  <a:latin typeface="Parchment" panose="03040602040708040804" pitchFamily="66" charset="0"/>
                  <a:ea typeface="Calibri" panose="020F0502020204030204" pitchFamily="34" charset="0"/>
                  <a:cs typeface="Calibri" panose="020F0502020204030204" pitchFamily="34" charset="0"/>
                </a:rPr>
                <a:t>A</a:t>
              </a:r>
              <a:endParaRPr lang="en-US" sz="4000" b="0" dirty="0" err="1">
                <a:solidFill>
                  <a:schemeClr val="tx1"/>
                </a:solidFill>
                <a:latin typeface="Parchment" panose="03040602040708040804" pitchFamily="66"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CADF3916-30C8-D871-D9DA-20EB89D852CE}"/>
                </a:ext>
              </a:extLst>
            </p:cNvPr>
            <p:cNvSpPr/>
            <p:nvPr/>
          </p:nvSpPr>
          <p:spPr bwMode="auto">
            <a:xfrm>
              <a:off x="3581400" y="2428629"/>
              <a:ext cx="609600" cy="558874"/>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1E37614F-E22D-483F-EEFD-F355F5777A49}"/>
                </a:ext>
              </a:extLst>
            </p:cNvPr>
            <p:cNvSpPr txBox="1"/>
            <p:nvPr/>
          </p:nvSpPr>
          <p:spPr>
            <a:xfrm rot="10800000">
              <a:off x="2581273" y="2384900"/>
              <a:ext cx="1371600" cy="646331"/>
            </a:xfrm>
            <a:prstGeom prst="rect">
              <a:avLst/>
            </a:prstGeom>
            <a:noFill/>
          </p:spPr>
          <p:txBody>
            <a:bodyPr wrap="square" rtlCol="0">
              <a:spAutoFit/>
            </a:bodyPr>
            <a:lstStyle/>
            <a:p>
              <a:pPr algn="l">
                <a:buNone/>
              </a:pPr>
              <a:r>
                <a:rPr lang="cs-CZ" sz="3600" b="0" dirty="0">
                  <a:solidFill>
                    <a:schemeClr val="tx1"/>
                  </a:solidFill>
                  <a:latin typeface="Gigi" panose="04040504061007020D02" pitchFamily="82" charset="0"/>
                  <a:ea typeface="Calibri" panose="020F0502020204030204" pitchFamily="34" charset="0"/>
                  <a:cs typeface="Calibri" panose="020F0502020204030204" pitchFamily="34" charset="0"/>
                </a:rPr>
                <a:t>A</a:t>
              </a:r>
              <a:endParaRPr lang="en-US" sz="3600" b="0" dirty="0" err="1">
                <a:solidFill>
                  <a:schemeClr val="tx1"/>
                </a:solidFill>
                <a:latin typeface="Gigi" panose="04040504061007020D02" pitchFamily="82"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2A877B92-ECF9-A4E4-65C2-4D651405CACE}"/>
                </a:ext>
              </a:extLst>
            </p:cNvPr>
            <p:cNvSpPr txBox="1"/>
            <p:nvPr/>
          </p:nvSpPr>
          <p:spPr>
            <a:xfrm>
              <a:off x="3771895" y="2419350"/>
              <a:ext cx="762000" cy="646331"/>
            </a:xfrm>
            <a:prstGeom prst="rect">
              <a:avLst/>
            </a:prstGeom>
            <a:noFill/>
          </p:spPr>
          <p:txBody>
            <a:bodyPr wrap="square" rtlCol="0">
              <a:spAutoFit/>
            </a:bodyPr>
            <a:lstStyle/>
            <a:p>
              <a:pPr algn="l">
                <a:buNone/>
              </a:pPr>
              <a:r>
                <a:rPr lang="cs-CZ" sz="3600" b="0">
                  <a:solidFill>
                    <a:schemeClr val="tx1"/>
                  </a:solidFill>
                  <a:latin typeface="Calibri" panose="020F0502020204030204" pitchFamily="34" charset="0"/>
                  <a:ea typeface="Calibri" panose="020F0502020204030204" pitchFamily="34" charset="0"/>
                  <a:cs typeface="Calibri" panose="020F0502020204030204" pitchFamily="34" charset="0"/>
                </a:rPr>
                <a:t>K</a:t>
              </a:r>
              <a:endParaRPr lang="en-US" sz="3600" b="0" dirty="0"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534FEC82-6877-B3C0-6AB3-254E799D1BEF}"/>
                </a:ext>
              </a:extLst>
            </p:cNvPr>
            <p:cNvSpPr/>
            <p:nvPr/>
          </p:nvSpPr>
          <p:spPr bwMode="auto">
            <a:xfrm>
              <a:off x="10820400" y="2428629"/>
              <a:ext cx="228600" cy="602603"/>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06B3D49C-FAF0-A62A-E2EE-6B9AC5B5AEB4}"/>
                </a:ext>
              </a:extLst>
            </p:cNvPr>
            <p:cNvSpPr txBox="1"/>
            <p:nvPr/>
          </p:nvSpPr>
          <p:spPr>
            <a:xfrm>
              <a:off x="10646422" y="2428629"/>
              <a:ext cx="762000" cy="646331"/>
            </a:xfrm>
            <a:prstGeom prst="rect">
              <a:avLst/>
            </a:prstGeom>
            <a:noFill/>
          </p:spPr>
          <p:txBody>
            <a:bodyPr wrap="square" rtlCol="0">
              <a:spAutoFit/>
            </a:bodyPr>
            <a:lstStyle/>
            <a:p>
              <a:pPr algn="l">
                <a:buNone/>
              </a:pPr>
              <a:r>
                <a:rPr lang="cs-CZ" sz="3600" b="0" dirty="0">
                  <a:solidFill>
                    <a:schemeClr val="tx1"/>
                  </a:solidFill>
                  <a:latin typeface="Calibri" panose="020F0502020204030204" pitchFamily="34" charset="0"/>
                  <a:ea typeface="Calibri" panose="020F0502020204030204" pitchFamily="34" charset="0"/>
                  <a:cs typeface="Calibri" panose="020F0502020204030204" pitchFamily="34" charset="0"/>
                </a:rPr>
                <a:t>K</a:t>
              </a:r>
              <a:endParaRPr lang="en-US" sz="3600" b="0" dirty="0"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9C81D1EE-0141-D87B-3DD5-48AB4DB7DCF0}"/>
                </a:ext>
              </a:extLst>
            </p:cNvPr>
            <p:cNvSpPr/>
            <p:nvPr/>
          </p:nvSpPr>
          <p:spPr bwMode="auto">
            <a:xfrm>
              <a:off x="5181589" y="2267024"/>
              <a:ext cx="609611" cy="866896"/>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66568CDE-C48B-E64B-55D1-5DBB0864FEAD}"/>
                </a:ext>
              </a:extLst>
            </p:cNvPr>
            <p:cNvSpPr txBox="1"/>
            <p:nvPr/>
          </p:nvSpPr>
          <p:spPr>
            <a:xfrm rot="10800000">
              <a:off x="4571988" y="2495060"/>
              <a:ext cx="1028694" cy="492443"/>
            </a:xfrm>
            <a:prstGeom prst="rect">
              <a:avLst/>
            </a:prstGeom>
            <a:noFill/>
          </p:spPr>
          <p:txBody>
            <a:bodyPr wrap="square" rtlCol="0">
              <a:spAutoFit/>
            </a:bodyPr>
            <a:lstStyle/>
            <a:p>
              <a:pPr algn="l">
                <a:buNone/>
              </a:pPr>
              <a:r>
                <a:rPr lang="cs-CZ" sz="2600" b="0" dirty="0">
                  <a:solidFill>
                    <a:schemeClr val="tx1"/>
                  </a:solidFill>
                  <a:latin typeface="Harlow Solid Italic" panose="04030604020F02020D02" pitchFamily="82" charset="0"/>
                  <a:ea typeface="Calibri" panose="020F0502020204030204" pitchFamily="34" charset="0"/>
                  <a:cs typeface="Calibri" panose="020F0502020204030204" pitchFamily="34" charset="0"/>
                </a:rPr>
                <a:t>E</a:t>
              </a:r>
              <a:endParaRPr lang="en-US" sz="2600" b="0" dirty="0" err="1">
                <a:solidFill>
                  <a:schemeClr val="tx1"/>
                </a:solidFill>
                <a:latin typeface="Harlow Solid Italic" panose="04030604020F02020D02" pitchFamily="82"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6400F196-18D4-54C2-C3E3-02884950E03F}"/>
                </a:ext>
              </a:extLst>
            </p:cNvPr>
            <p:cNvSpPr txBox="1"/>
            <p:nvPr/>
          </p:nvSpPr>
          <p:spPr>
            <a:xfrm>
              <a:off x="5343502" y="2314742"/>
              <a:ext cx="914400" cy="830997"/>
            </a:xfrm>
            <a:prstGeom prst="rect">
              <a:avLst/>
            </a:prstGeom>
            <a:noFill/>
          </p:spPr>
          <p:txBody>
            <a:bodyPr wrap="square" rtlCol="0">
              <a:spAutoFit/>
            </a:bodyPr>
            <a:lstStyle/>
            <a:p>
              <a:pPr algn="l">
                <a:buNone/>
              </a:pPr>
              <a:r>
                <a:rPr lang="cs-CZ" sz="4800" b="0" dirty="0">
                  <a:solidFill>
                    <a:schemeClr val="tx1"/>
                  </a:solidFill>
                  <a:latin typeface="Blackadder ITC" panose="04020505051007020D02" pitchFamily="82" charset="0"/>
                  <a:ea typeface="Calibri" panose="020F0502020204030204" pitchFamily="34" charset="0"/>
                  <a:cs typeface="Calibri" panose="020F0502020204030204" pitchFamily="34" charset="0"/>
                </a:rPr>
                <a:t>w</a:t>
              </a:r>
              <a:endParaRPr lang="en-US" sz="4800" b="0" dirty="0" err="1">
                <a:solidFill>
                  <a:schemeClr val="tx1"/>
                </a:solidFill>
                <a:latin typeface="Blackadder ITC" panose="04020505051007020D02" pitchFamily="82" charset="0"/>
                <a:ea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1E0F7B7E-3CF4-5788-AD4E-ED71972D2F50}"/>
                </a:ext>
              </a:extLst>
            </p:cNvPr>
            <p:cNvSpPr/>
            <p:nvPr/>
          </p:nvSpPr>
          <p:spPr bwMode="auto">
            <a:xfrm>
              <a:off x="7010400" y="2384900"/>
              <a:ext cx="419071" cy="773711"/>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3C09C18F-CB37-9201-EC39-8860C262F062}"/>
                </a:ext>
              </a:extLst>
            </p:cNvPr>
            <p:cNvSpPr/>
            <p:nvPr/>
          </p:nvSpPr>
          <p:spPr bwMode="auto">
            <a:xfrm>
              <a:off x="9008151" y="2267024"/>
              <a:ext cx="1278849" cy="914287"/>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ACD186B9-CE03-2E38-F4D6-44B3C12F9127}"/>
                </a:ext>
              </a:extLst>
            </p:cNvPr>
            <p:cNvSpPr/>
            <p:nvPr/>
          </p:nvSpPr>
          <p:spPr bwMode="auto">
            <a:xfrm>
              <a:off x="8229600" y="2533308"/>
              <a:ext cx="419071" cy="497924"/>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0BE943F9-FE01-F8DA-D04C-30F63D6BF02D}"/>
                </a:ext>
              </a:extLst>
            </p:cNvPr>
            <p:cNvSpPr txBox="1"/>
            <p:nvPr/>
          </p:nvSpPr>
          <p:spPr>
            <a:xfrm>
              <a:off x="7070008" y="2613295"/>
              <a:ext cx="533400" cy="307777"/>
            </a:xfrm>
            <a:prstGeom prst="rect">
              <a:avLst/>
            </a:prstGeom>
            <a:noFill/>
          </p:spPr>
          <p:txBody>
            <a:bodyPr wrap="square" rtlCol="0">
              <a:spAutoFit/>
            </a:bodyPr>
            <a:lstStyle/>
            <a:p>
              <a:pPr algn="l">
                <a:buNone/>
              </a:pPr>
              <a:r>
                <a:rPr lang="cs-CZ" sz="1400" b="0" dirty="0">
                  <a:solidFill>
                    <a:schemeClr val="tx1"/>
                  </a:solidFill>
                  <a:latin typeface="Calibri" panose="020F0502020204030204" pitchFamily="34" charset="0"/>
                  <a:ea typeface="Calibri" panose="020F0502020204030204" pitchFamily="34" charset="0"/>
                  <a:cs typeface="Calibri" panose="020F0502020204030204" pitchFamily="34" charset="0"/>
                </a:rPr>
                <a:t>A</a:t>
              </a:r>
              <a:endParaRPr lang="en-US" sz="1400" b="0" dirty="0"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6125149B-A003-8B06-C5F6-BA8593B39DD0}"/>
                </a:ext>
              </a:extLst>
            </p:cNvPr>
            <p:cNvSpPr txBox="1"/>
            <p:nvPr/>
          </p:nvSpPr>
          <p:spPr>
            <a:xfrm>
              <a:off x="8179468" y="2397851"/>
              <a:ext cx="1828800" cy="707886"/>
            </a:xfrm>
            <a:prstGeom prst="rect">
              <a:avLst/>
            </a:prstGeom>
            <a:noFill/>
          </p:spPr>
          <p:txBody>
            <a:bodyPr wrap="square" rtlCol="0">
              <a:spAutoFit/>
            </a:bodyPr>
            <a:lstStyle/>
            <a:p>
              <a:pPr algn="l">
                <a:buNone/>
              </a:pPr>
              <a:r>
                <a:rPr lang="cs-CZ" sz="4000" b="0" dirty="0">
                  <a:solidFill>
                    <a:schemeClr val="tx1"/>
                  </a:solidFill>
                  <a:latin typeface="Bradley Hand ITC" panose="03070402050302030203" pitchFamily="66" charset="0"/>
                  <a:ea typeface="Calibri" panose="020F0502020204030204" pitchFamily="34" charset="0"/>
                  <a:cs typeface="Calibri" panose="020F0502020204030204" pitchFamily="34" charset="0"/>
                </a:rPr>
                <a:t>w</a:t>
              </a:r>
              <a:endParaRPr lang="en-US" sz="4000" b="0" dirty="0" err="1">
                <a:solidFill>
                  <a:schemeClr val="tx1"/>
                </a:solidFill>
                <a:latin typeface="Bradley Hand ITC" panose="03070402050302030203" pitchFamily="66" charset="0"/>
                <a:ea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2C7D4E29-6AF8-5DA2-F225-392ED65D26D1}"/>
                </a:ext>
              </a:extLst>
            </p:cNvPr>
            <p:cNvSpPr txBox="1"/>
            <p:nvPr/>
          </p:nvSpPr>
          <p:spPr>
            <a:xfrm>
              <a:off x="9121174" y="2296240"/>
              <a:ext cx="1924066" cy="769441"/>
            </a:xfrm>
            <a:prstGeom prst="rect">
              <a:avLst/>
            </a:prstGeom>
            <a:noFill/>
          </p:spPr>
          <p:txBody>
            <a:bodyPr wrap="square" rtlCol="0">
              <a:spAutoFit/>
            </a:bodyPr>
            <a:lstStyle/>
            <a:p>
              <a:pPr algn="l">
                <a:buNone/>
              </a:pPr>
              <a:r>
                <a:rPr lang="en-GB" sz="4400" b="0" dirty="0">
                  <a:solidFill>
                    <a:schemeClr val="tx1"/>
                  </a:solidFill>
                  <a:latin typeface="Curlz MT" panose="04040404050702020202" pitchFamily="82" charset="0"/>
                  <a:ea typeface="Calibri" panose="020F0502020204030204" pitchFamily="34" charset="0"/>
                  <a:cs typeface="Calibri" panose="020F0502020204030204" pitchFamily="34" charset="0"/>
                </a:rPr>
                <a:t>#</a:t>
              </a:r>
              <a:r>
                <a:rPr lang="cs-CZ" sz="4400" b="0" dirty="0">
                  <a:solidFill>
                    <a:schemeClr val="tx1"/>
                  </a:solidFill>
                  <a:latin typeface="Curlz MT" panose="04040404050702020202" pitchFamily="82" charset="0"/>
                  <a:ea typeface="Calibri" panose="020F0502020204030204" pitchFamily="34" charset="0"/>
                  <a:cs typeface="Calibri" panose="020F0502020204030204" pitchFamily="34" charset="0"/>
                </a:rPr>
                <a:t>a(w)</a:t>
              </a:r>
              <a:endParaRPr lang="en-US" sz="4400" b="0" dirty="0" err="1">
                <a:solidFill>
                  <a:schemeClr val="tx1"/>
                </a:solidFill>
                <a:latin typeface="Curlz MT" panose="04040404050702020202" pitchFamily="82"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23149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9375-4FC4-5F1A-322A-7B9AAF85554C}"/>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B72D450C-624B-094D-05A1-D6C4AAE4AC76}"/>
              </a:ext>
            </a:extLst>
          </p:cNvPr>
          <p:cNvSpPr>
            <a:spLocks noGrp="1"/>
          </p:cNvSpPr>
          <p:nvPr>
            <p:ph type="sldNum" sz="quarter" idx="11"/>
          </p:nvPr>
        </p:nvSpPr>
        <p:spPr/>
        <p:txBody>
          <a:bodyPr/>
          <a:lstStyle/>
          <a:p>
            <a:fld id="{7C839148-7006-41C4-ABC2-D2A9F4595A63}" type="slidenum">
              <a:rPr lang="en-US" altLang="cs-CZ" smtClean="0"/>
              <a:pPr/>
              <a:t>5</a:t>
            </a:fld>
            <a:endParaRPr lang="en-US" altLang="cs-CZ" dirty="0"/>
          </a:p>
        </p:txBody>
      </p:sp>
      <p:sp>
        <p:nvSpPr>
          <p:cNvPr id="4" name="TextBox 3">
            <a:extLst>
              <a:ext uri="{FF2B5EF4-FFF2-40B4-BE49-F238E27FC236}">
                <a16:creationId xmlns:a16="http://schemas.microsoft.com/office/drawing/2014/main" id="{C4526AF3-96EB-484E-7EEB-C6286A2F8490}"/>
              </a:ext>
            </a:extLst>
          </p:cNvPr>
          <p:cNvSpPr txBox="1"/>
          <p:nvPr/>
        </p:nvSpPr>
        <p:spPr>
          <a:xfrm>
            <a:off x="685800" y="5029200"/>
            <a:ext cx="6324600" cy="584775"/>
          </a:xfrm>
          <a:prstGeom prst="rect">
            <a:avLst/>
          </a:prstGeom>
          <a:noFill/>
        </p:spPr>
        <p:txBody>
          <a:bodyPr wrap="square" rtlCol="0">
            <a:spAutoFit/>
          </a:bodyPr>
          <a:lstStyle/>
          <a:p>
            <a:pPr marL="0" indent="0">
              <a:buNone/>
            </a:pPr>
            <a:r>
              <a:rPr lang="cs-CZ" sz="3200" dirty="0">
                <a:solidFill>
                  <a:srgbClr val="212121"/>
                </a:solidFill>
                <a:latin typeface="Roboto" panose="02000000000000000000" pitchFamily="2" charset="0"/>
              </a:rPr>
              <a:t>So how do </a:t>
            </a:r>
            <a:r>
              <a:rPr lang="en-GB" sz="3200" dirty="0">
                <a:solidFill>
                  <a:srgbClr val="212121"/>
                </a:solidFill>
                <a:latin typeface="Roboto" panose="02000000000000000000" pitchFamily="2" charset="0"/>
              </a:rPr>
              <a:t>I</a:t>
            </a:r>
            <a:r>
              <a:rPr lang="cs-CZ" sz="3200" dirty="0">
                <a:solidFill>
                  <a:srgbClr val="212121"/>
                </a:solidFill>
                <a:latin typeface="Roboto" panose="02000000000000000000" pitchFamily="2" charset="0"/>
              </a:rPr>
              <a:t> write clearly?</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755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67777-54C6-2C21-1094-7FEE3F7A0299}"/>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55F9DC25-E455-FCB1-DE3E-B7B6F86C68D8}"/>
              </a:ext>
            </a:extLst>
          </p:cNvPr>
          <p:cNvSpPr>
            <a:spLocks noGrp="1"/>
          </p:cNvSpPr>
          <p:nvPr>
            <p:ph type="sldNum" sz="quarter" idx="11"/>
          </p:nvPr>
        </p:nvSpPr>
        <p:spPr/>
        <p:txBody>
          <a:bodyPr/>
          <a:lstStyle/>
          <a:p>
            <a:fld id="{7C839148-7006-41C4-ABC2-D2A9F4595A63}" type="slidenum">
              <a:rPr lang="en-US" altLang="cs-CZ" smtClean="0"/>
              <a:pPr/>
              <a:t>6</a:t>
            </a:fld>
            <a:endParaRPr lang="en-US" altLang="cs-CZ" dirty="0"/>
          </a:p>
        </p:txBody>
      </p:sp>
      <p:sp>
        <p:nvSpPr>
          <p:cNvPr id="9" name="TextBox 8">
            <a:extLst>
              <a:ext uri="{FF2B5EF4-FFF2-40B4-BE49-F238E27FC236}">
                <a16:creationId xmlns:a16="http://schemas.microsoft.com/office/drawing/2014/main" id="{78A287D4-5738-4C4E-AC3B-55D1A15C0F8A}"/>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dirty="0">
                <a:solidFill>
                  <a:srgbClr val="212121"/>
                </a:solidFill>
                <a:latin typeface="Roboto" panose="02000000000000000000" pitchFamily="2" charset="0"/>
              </a:rPr>
              <a:t>Density</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3FD345A-CBBB-AA3C-4B8F-E220EFD7A9D2}"/>
              </a:ext>
            </a:extLst>
          </p:cNvPr>
          <p:cNvPicPr>
            <a:picLocks noChangeAspect="1"/>
          </p:cNvPicPr>
          <p:nvPr/>
        </p:nvPicPr>
        <p:blipFill>
          <a:blip r:embed="rId3"/>
          <a:stretch>
            <a:fillRect/>
          </a:stretch>
        </p:blipFill>
        <p:spPr>
          <a:xfrm>
            <a:off x="1990152" y="1609471"/>
            <a:ext cx="8211696" cy="3639058"/>
          </a:xfrm>
          <a:prstGeom prst="rect">
            <a:avLst/>
          </a:prstGeom>
        </p:spPr>
      </p:pic>
      <p:grpSp>
        <p:nvGrpSpPr>
          <p:cNvPr id="12" name="Group 11">
            <a:extLst>
              <a:ext uri="{FF2B5EF4-FFF2-40B4-BE49-F238E27FC236}">
                <a16:creationId xmlns:a16="http://schemas.microsoft.com/office/drawing/2014/main" id="{2E4D0F5B-BA47-51A1-6CA7-13F1213C04C5}"/>
              </a:ext>
            </a:extLst>
          </p:cNvPr>
          <p:cNvGrpSpPr/>
          <p:nvPr/>
        </p:nvGrpSpPr>
        <p:grpSpPr>
          <a:xfrm>
            <a:off x="1971102" y="4648200"/>
            <a:ext cx="8392098" cy="600329"/>
            <a:chOff x="1971102" y="4648200"/>
            <a:chExt cx="8392098" cy="600329"/>
          </a:xfrm>
        </p:grpSpPr>
        <p:sp>
          <p:nvSpPr>
            <p:cNvPr id="11" name="Rectangle 10">
              <a:extLst>
                <a:ext uri="{FF2B5EF4-FFF2-40B4-BE49-F238E27FC236}">
                  <a16:creationId xmlns:a16="http://schemas.microsoft.com/office/drawing/2014/main" id="{32C00867-A2E3-AE72-1BF5-11D235062760}"/>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7" name="Group 6">
              <a:extLst>
                <a:ext uri="{FF2B5EF4-FFF2-40B4-BE49-F238E27FC236}">
                  <a16:creationId xmlns:a16="http://schemas.microsoft.com/office/drawing/2014/main" id="{E39E1C0A-CB40-D605-5DDF-337D98F44982}"/>
                </a:ext>
              </a:extLst>
            </p:cNvPr>
            <p:cNvGrpSpPr/>
            <p:nvPr/>
          </p:nvGrpSpPr>
          <p:grpSpPr>
            <a:xfrm>
              <a:off x="1971102" y="4694267"/>
              <a:ext cx="8230746" cy="508193"/>
              <a:chOff x="1980627" y="5486400"/>
              <a:chExt cx="8230746" cy="508193"/>
            </a:xfrm>
          </p:grpSpPr>
          <p:sp>
            <p:nvSpPr>
              <p:cNvPr id="2" name="Rectangle 1">
                <a:extLst>
                  <a:ext uri="{FF2B5EF4-FFF2-40B4-BE49-F238E27FC236}">
                    <a16:creationId xmlns:a16="http://schemas.microsoft.com/office/drawing/2014/main" id="{7260CF9A-7FDA-0F02-2794-C46A882AA40D}"/>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D3FF67-80FA-963C-F1ED-6AA1D306D299}"/>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631461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B2D7-D96B-DCD6-BCFF-66F665CAD8D6}"/>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0CDF6260-A0D1-AE50-D143-0D027B525863}"/>
              </a:ext>
            </a:extLst>
          </p:cNvPr>
          <p:cNvSpPr>
            <a:spLocks noGrp="1"/>
          </p:cNvSpPr>
          <p:nvPr>
            <p:ph type="sldNum" sz="quarter" idx="11"/>
          </p:nvPr>
        </p:nvSpPr>
        <p:spPr/>
        <p:txBody>
          <a:bodyPr/>
          <a:lstStyle/>
          <a:p>
            <a:fld id="{7C839148-7006-41C4-ABC2-D2A9F4595A63}" type="slidenum">
              <a:rPr lang="en-US" altLang="cs-CZ" smtClean="0"/>
              <a:pPr/>
              <a:t>7</a:t>
            </a:fld>
            <a:endParaRPr lang="en-US" altLang="cs-CZ" dirty="0"/>
          </a:p>
        </p:txBody>
      </p:sp>
      <p:sp>
        <p:nvSpPr>
          <p:cNvPr id="9" name="TextBox 8">
            <a:extLst>
              <a:ext uri="{FF2B5EF4-FFF2-40B4-BE49-F238E27FC236}">
                <a16:creationId xmlns:a16="http://schemas.microsoft.com/office/drawing/2014/main" id="{8A11C33F-320D-F0D1-31E2-415FD2DFD42C}"/>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dirty="0">
                <a:solidFill>
                  <a:srgbClr val="212121"/>
                </a:solidFill>
                <a:latin typeface="Roboto" panose="02000000000000000000" pitchFamily="2" charset="0"/>
              </a:rPr>
              <a:t>Density</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4E1CE6BC-C1F0-BBAF-E9E9-452780BC0F83}"/>
              </a:ext>
            </a:extLst>
          </p:cNvPr>
          <p:cNvPicPr>
            <a:picLocks noChangeAspect="1"/>
          </p:cNvPicPr>
          <p:nvPr/>
        </p:nvPicPr>
        <p:blipFill>
          <a:blip r:embed="rId3"/>
          <a:stretch>
            <a:fillRect/>
          </a:stretch>
        </p:blipFill>
        <p:spPr>
          <a:xfrm>
            <a:off x="1947283" y="1657102"/>
            <a:ext cx="8297433" cy="3543795"/>
          </a:xfrm>
          <a:prstGeom prst="rect">
            <a:avLst/>
          </a:prstGeom>
        </p:spPr>
      </p:pic>
      <p:grpSp>
        <p:nvGrpSpPr>
          <p:cNvPr id="2" name="Group 1">
            <a:extLst>
              <a:ext uri="{FF2B5EF4-FFF2-40B4-BE49-F238E27FC236}">
                <a16:creationId xmlns:a16="http://schemas.microsoft.com/office/drawing/2014/main" id="{2A1E354D-F723-30FF-C835-5B682CA0FB3B}"/>
              </a:ext>
            </a:extLst>
          </p:cNvPr>
          <p:cNvGrpSpPr/>
          <p:nvPr/>
        </p:nvGrpSpPr>
        <p:grpSpPr>
          <a:xfrm>
            <a:off x="1971102" y="4648200"/>
            <a:ext cx="8392098" cy="600329"/>
            <a:chOff x="1971102" y="4648200"/>
            <a:chExt cx="8392098" cy="600329"/>
          </a:xfrm>
        </p:grpSpPr>
        <p:sp>
          <p:nvSpPr>
            <p:cNvPr id="3" name="Rectangle 2">
              <a:extLst>
                <a:ext uri="{FF2B5EF4-FFF2-40B4-BE49-F238E27FC236}">
                  <a16:creationId xmlns:a16="http://schemas.microsoft.com/office/drawing/2014/main" id="{A69DDE57-D39D-C5B4-A613-9856D7F70D25}"/>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D533F332-C38C-52E4-ADD1-FB41D42AB85D}"/>
                </a:ext>
              </a:extLst>
            </p:cNvPr>
            <p:cNvGrpSpPr/>
            <p:nvPr/>
          </p:nvGrpSpPr>
          <p:grpSpPr>
            <a:xfrm>
              <a:off x="1971102" y="4694267"/>
              <a:ext cx="8230746" cy="508193"/>
              <a:chOff x="1980627" y="5486400"/>
              <a:chExt cx="8230746" cy="508193"/>
            </a:xfrm>
          </p:grpSpPr>
          <p:sp>
            <p:nvSpPr>
              <p:cNvPr id="6" name="Rectangle 5">
                <a:extLst>
                  <a:ext uri="{FF2B5EF4-FFF2-40B4-BE49-F238E27FC236}">
                    <a16:creationId xmlns:a16="http://schemas.microsoft.com/office/drawing/2014/main" id="{6D6FFF24-A628-34E7-2C11-4EDD6BE23263}"/>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45A9E56-E59E-B478-0062-E3F988DF460E}"/>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161945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6B0C1-4C9B-0377-8E32-8732F9AC3729}"/>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1376B658-6C9E-FB9A-BCA2-81C1027B7B69}"/>
              </a:ext>
            </a:extLst>
          </p:cNvPr>
          <p:cNvSpPr>
            <a:spLocks noGrp="1"/>
          </p:cNvSpPr>
          <p:nvPr>
            <p:ph type="sldNum" sz="quarter" idx="11"/>
          </p:nvPr>
        </p:nvSpPr>
        <p:spPr/>
        <p:txBody>
          <a:bodyPr/>
          <a:lstStyle/>
          <a:p>
            <a:fld id="{7C839148-7006-41C4-ABC2-D2A9F4595A63}" type="slidenum">
              <a:rPr lang="en-US" altLang="cs-CZ" smtClean="0"/>
              <a:pPr/>
              <a:t>8</a:t>
            </a:fld>
            <a:endParaRPr lang="en-US" altLang="cs-CZ" dirty="0"/>
          </a:p>
        </p:txBody>
      </p:sp>
      <p:pic>
        <p:nvPicPr>
          <p:cNvPr id="1026" name="Picture 2">
            <a:extLst>
              <a:ext uri="{FF2B5EF4-FFF2-40B4-BE49-F238E27FC236}">
                <a16:creationId xmlns:a16="http://schemas.microsoft.com/office/drawing/2014/main" id="{956FB928-C7C2-8060-A274-F8B375F15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1381125"/>
            <a:ext cx="8191500" cy="40957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F0437F9-1404-D017-7C49-D9C8295B89E5}"/>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dirty="0">
                <a:solidFill>
                  <a:srgbClr val="212121"/>
                </a:solidFill>
                <a:latin typeface="Roboto" panose="02000000000000000000" pitchFamily="2" charset="0"/>
              </a:rPr>
              <a:t>Density</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0" name="Group 9">
            <a:extLst>
              <a:ext uri="{FF2B5EF4-FFF2-40B4-BE49-F238E27FC236}">
                <a16:creationId xmlns:a16="http://schemas.microsoft.com/office/drawing/2014/main" id="{923BE80E-61AD-604F-8CBF-C4EF9491C2D4}"/>
              </a:ext>
            </a:extLst>
          </p:cNvPr>
          <p:cNvGrpSpPr/>
          <p:nvPr/>
        </p:nvGrpSpPr>
        <p:grpSpPr>
          <a:xfrm>
            <a:off x="1943419" y="5777915"/>
            <a:ext cx="8230746" cy="507342"/>
            <a:chOff x="1980627" y="5487251"/>
            <a:chExt cx="8230746" cy="507342"/>
          </a:xfrm>
        </p:grpSpPr>
        <p:sp>
          <p:nvSpPr>
            <p:cNvPr id="4" name="Rectangle 3">
              <a:extLst>
                <a:ext uri="{FF2B5EF4-FFF2-40B4-BE49-F238E27FC236}">
                  <a16:creationId xmlns:a16="http://schemas.microsoft.com/office/drawing/2014/main" id="{C522D464-65AF-9C36-8F07-4741A9016006}"/>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D8D92F0-81A1-502B-3695-CCC054D3421F}"/>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51174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01F04-CDAA-4012-00EF-BC0766885DF5}"/>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91B3305F-C6B6-685A-CD95-B77876D70FFF}"/>
              </a:ext>
            </a:extLst>
          </p:cNvPr>
          <p:cNvSpPr>
            <a:spLocks noGrp="1"/>
          </p:cNvSpPr>
          <p:nvPr>
            <p:ph type="sldNum" sz="quarter" idx="11"/>
          </p:nvPr>
        </p:nvSpPr>
        <p:spPr/>
        <p:txBody>
          <a:bodyPr/>
          <a:lstStyle/>
          <a:p>
            <a:fld id="{7C839148-7006-41C4-ABC2-D2A9F4595A63}" type="slidenum">
              <a:rPr lang="en-US" altLang="cs-CZ" smtClean="0"/>
              <a:pPr/>
              <a:t>9</a:t>
            </a:fld>
            <a:endParaRPr lang="en-US" altLang="cs-CZ" dirty="0"/>
          </a:p>
        </p:txBody>
      </p:sp>
      <p:sp>
        <p:nvSpPr>
          <p:cNvPr id="9" name="TextBox 8">
            <a:extLst>
              <a:ext uri="{FF2B5EF4-FFF2-40B4-BE49-F238E27FC236}">
                <a16:creationId xmlns:a16="http://schemas.microsoft.com/office/drawing/2014/main" id="{B5B43EB0-9388-1E49-30A3-2022B405B05E}"/>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dirty="0">
                <a:solidFill>
                  <a:srgbClr val="212121"/>
                </a:solidFill>
                <a:latin typeface="Roboto" panose="02000000000000000000" pitchFamily="2" charset="0"/>
              </a:rPr>
              <a:t>Grid</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304E4C1B-2C8C-34E8-C64B-B25D840DD883}"/>
              </a:ext>
            </a:extLst>
          </p:cNvPr>
          <p:cNvGrpSpPr/>
          <p:nvPr/>
        </p:nvGrpSpPr>
        <p:grpSpPr>
          <a:xfrm>
            <a:off x="914400" y="5796722"/>
            <a:ext cx="8230746" cy="507342"/>
            <a:chOff x="1980627" y="5487251"/>
            <a:chExt cx="8230746" cy="507342"/>
          </a:xfrm>
        </p:grpSpPr>
        <p:sp>
          <p:nvSpPr>
            <p:cNvPr id="7" name="Rectangle 6">
              <a:extLst>
                <a:ext uri="{FF2B5EF4-FFF2-40B4-BE49-F238E27FC236}">
                  <a16:creationId xmlns:a16="http://schemas.microsoft.com/office/drawing/2014/main" id="{70276474-76B6-07FA-466B-59205BC8AB8F}"/>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1FB51CB-90A5-789C-5AA0-F881203BD1EC}"/>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pic>
        <p:nvPicPr>
          <p:cNvPr id="10" name="Picture 2" descr="Margins and gutters getting smaller as component layout gets more dense">
            <a:extLst>
              <a:ext uri="{FF2B5EF4-FFF2-40B4-BE49-F238E27FC236}">
                <a16:creationId xmlns:a16="http://schemas.microsoft.com/office/drawing/2014/main" id="{3040DABF-B9D8-DEF7-09FB-F73640CED6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698" y="873619"/>
            <a:ext cx="10134600" cy="479107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506DD647-086F-5C61-6E76-7639F49789C5}"/>
              </a:ext>
            </a:extLst>
          </p:cNvPr>
          <p:cNvGrpSpPr/>
          <p:nvPr/>
        </p:nvGrpSpPr>
        <p:grpSpPr>
          <a:xfrm>
            <a:off x="930586" y="5796722"/>
            <a:ext cx="10405310" cy="600329"/>
            <a:chOff x="1971102" y="4648200"/>
            <a:chExt cx="8392098" cy="600329"/>
          </a:xfrm>
        </p:grpSpPr>
        <p:sp>
          <p:nvSpPr>
            <p:cNvPr id="12" name="Rectangle 11">
              <a:extLst>
                <a:ext uri="{FF2B5EF4-FFF2-40B4-BE49-F238E27FC236}">
                  <a16:creationId xmlns:a16="http://schemas.microsoft.com/office/drawing/2014/main" id="{3430526D-4094-F24F-2AC5-03573D832049}"/>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BD7BDEE8-A635-0563-0966-5985DB3E9B40}"/>
                </a:ext>
              </a:extLst>
            </p:cNvPr>
            <p:cNvGrpSpPr/>
            <p:nvPr/>
          </p:nvGrpSpPr>
          <p:grpSpPr>
            <a:xfrm>
              <a:off x="1971102" y="4694267"/>
              <a:ext cx="8230746" cy="508193"/>
              <a:chOff x="1980627" y="5486400"/>
              <a:chExt cx="8230746" cy="508193"/>
            </a:xfrm>
          </p:grpSpPr>
          <p:sp>
            <p:nvSpPr>
              <p:cNvPr id="14" name="Rectangle 13">
                <a:extLst>
                  <a:ext uri="{FF2B5EF4-FFF2-40B4-BE49-F238E27FC236}">
                    <a16:creationId xmlns:a16="http://schemas.microsoft.com/office/drawing/2014/main" id="{6E535169-C1E1-FECA-8984-2E81CFC28524}"/>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169701F0-3374-05F0-4B04-9BA7522B9D8F}"/>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411907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56E7F-43FF-410E-16BF-653436DAC75E}"/>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05D947FB-ED5E-90BC-213C-2A2CF9AAEEE9}"/>
              </a:ext>
            </a:extLst>
          </p:cNvPr>
          <p:cNvSpPr>
            <a:spLocks noGrp="1"/>
          </p:cNvSpPr>
          <p:nvPr>
            <p:ph type="sldNum" sz="quarter" idx="11"/>
          </p:nvPr>
        </p:nvSpPr>
        <p:spPr/>
        <p:txBody>
          <a:bodyPr/>
          <a:lstStyle/>
          <a:p>
            <a:fld id="{7C839148-7006-41C4-ABC2-D2A9F4595A63}" type="slidenum">
              <a:rPr lang="en-US" altLang="cs-CZ" smtClean="0"/>
              <a:pPr/>
              <a:t>10</a:t>
            </a:fld>
            <a:endParaRPr lang="en-US" altLang="cs-CZ" dirty="0"/>
          </a:p>
        </p:txBody>
      </p:sp>
      <p:sp>
        <p:nvSpPr>
          <p:cNvPr id="9" name="TextBox 8">
            <a:extLst>
              <a:ext uri="{FF2B5EF4-FFF2-40B4-BE49-F238E27FC236}">
                <a16:creationId xmlns:a16="http://schemas.microsoft.com/office/drawing/2014/main" id="{B5D2CDE3-9E31-FCA7-1A1A-5B32EE7D2385}"/>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dirty="0">
                <a:solidFill>
                  <a:srgbClr val="212121"/>
                </a:solidFill>
                <a:latin typeface="Roboto" panose="02000000000000000000" pitchFamily="2" charset="0"/>
              </a:rPr>
              <a:t>Grid</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Margins and gutters getting bigger as component layout gets more dense">
            <a:extLst>
              <a:ext uri="{FF2B5EF4-FFF2-40B4-BE49-F238E27FC236}">
                <a16:creationId xmlns:a16="http://schemas.microsoft.com/office/drawing/2014/main" id="{5691849A-3F17-0C87-893F-25C511E49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668" y="873620"/>
            <a:ext cx="10134600" cy="47910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524AC8F-E829-646A-237C-25DE28634C61}"/>
              </a:ext>
            </a:extLst>
          </p:cNvPr>
          <p:cNvPicPr>
            <a:picLocks noChangeAspect="1"/>
          </p:cNvPicPr>
          <p:nvPr/>
        </p:nvPicPr>
        <p:blipFill>
          <a:blip r:embed="rId4"/>
          <a:stretch>
            <a:fillRect/>
          </a:stretch>
        </p:blipFill>
        <p:spPr>
          <a:xfrm>
            <a:off x="2771468" y="1600200"/>
            <a:ext cx="4277032" cy="1828800"/>
          </a:xfrm>
          <a:prstGeom prst="rect">
            <a:avLst/>
          </a:prstGeom>
        </p:spPr>
      </p:pic>
      <p:grpSp>
        <p:nvGrpSpPr>
          <p:cNvPr id="4" name="Group 3">
            <a:extLst>
              <a:ext uri="{FF2B5EF4-FFF2-40B4-BE49-F238E27FC236}">
                <a16:creationId xmlns:a16="http://schemas.microsoft.com/office/drawing/2014/main" id="{2B754652-1093-E383-E18D-5E17215E7C19}"/>
              </a:ext>
            </a:extLst>
          </p:cNvPr>
          <p:cNvGrpSpPr/>
          <p:nvPr/>
        </p:nvGrpSpPr>
        <p:grpSpPr>
          <a:xfrm>
            <a:off x="914400" y="5796722"/>
            <a:ext cx="10236868" cy="507342"/>
            <a:chOff x="1980627" y="5487251"/>
            <a:chExt cx="8230746" cy="507342"/>
          </a:xfrm>
        </p:grpSpPr>
        <p:sp>
          <p:nvSpPr>
            <p:cNvPr id="7" name="Rectangle 6">
              <a:extLst>
                <a:ext uri="{FF2B5EF4-FFF2-40B4-BE49-F238E27FC236}">
                  <a16:creationId xmlns:a16="http://schemas.microsoft.com/office/drawing/2014/main" id="{4492350B-9EF5-E7B4-F766-F2EDCBD51B50}"/>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603DC6E-9A55-7644-FBAD-0193DDAB685C}"/>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05035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F1B7-F2C8-19EB-EE92-F4349446E4D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C159C51-712E-7790-7B2E-6211F328ADA6}"/>
              </a:ext>
            </a:extLst>
          </p:cNvPr>
          <p:cNvSpPr txBox="1"/>
          <p:nvPr/>
        </p:nvSpPr>
        <p:spPr bwMode="auto">
          <a:xfrm>
            <a:off x="431801" y="-100013"/>
            <a:ext cx="10265833" cy="720726"/>
          </a:xfrm>
          <a:prstGeom prst="rect">
            <a:avLst/>
          </a:prstGeom>
          <a:noFill/>
          <a:ln>
            <a:noFill/>
          </a:ln>
        </p:spPr>
        <p:txBody>
          <a:bodyPr vert="horz" wrap="square" lIns="91440" tIns="45720" rIns="91440" bIns="45720" numCol="1" rtlCol="0" anchor="ctr" anchorCtr="0" compatLnSpc="1">
            <a:prstTxWarp prst="textNoShape">
              <a:avLst/>
            </a:prstTxWarp>
            <a:normAutofit/>
          </a:bodyPr>
          <a:lstStyle/>
          <a:p>
            <a:pPr marL="0" indent="0">
              <a:spcBef>
                <a:spcPct val="0"/>
              </a:spcBef>
              <a:spcAft>
                <a:spcPts val="600"/>
              </a:spcAft>
              <a:buNone/>
            </a:pPr>
            <a:r>
              <a:rPr lang="cs-CZ" sz="3200" b="0" dirty="0">
                <a:solidFill>
                  <a:schemeClr val="tx1"/>
                </a:solidFill>
                <a:latin typeface="Calibri" pitchFamily="34" charset="0"/>
                <a:cs typeface="Calibri" pitchFamily="34" charset="0"/>
              </a:rPr>
              <a:t>Example type scale</a:t>
            </a:r>
            <a:endParaRPr lang="en-US" sz="3200" b="0" dirty="0">
              <a:solidFill>
                <a:schemeClr val="tx1"/>
              </a:solidFill>
              <a:latin typeface="Calibri" pitchFamily="34" charset="0"/>
              <a:cs typeface="Calibri" pitchFamily="34" charset="0"/>
            </a:endParaRPr>
          </a:p>
        </p:txBody>
      </p:sp>
      <p:sp>
        <p:nvSpPr>
          <p:cNvPr id="5" name="Zástupný symbol pro číslo snímku 4">
            <a:extLst>
              <a:ext uri="{FF2B5EF4-FFF2-40B4-BE49-F238E27FC236}">
                <a16:creationId xmlns:a16="http://schemas.microsoft.com/office/drawing/2014/main" id="{CD40C5F1-F0D5-E050-A103-5FB6D142F110}"/>
              </a:ext>
            </a:extLst>
          </p:cNvPr>
          <p:cNvSpPr>
            <a:spLocks noGrp="1"/>
          </p:cNvSpPr>
          <p:nvPr>
            <p:ph type="sldNum" sz="quarter" idx="11"/>
          </p:nvPr>
        </p:nvSpPr>
        <p:spPr>
          <a:xfrm>
            <a:off x="11430000" y="6524626"/>
            <a:ext cx="569384" cy="333375"/>
          </a:xfrm>
        </p:spPr>
        <p:txBody>
          <a:bodyPr vert="horz" wrap="square" lIns="91440" tIns="45720" rIns="91440" bIns="45720" numCol="1" anchor="t" anchorCtr="0" compatLnSpc="1">
            <a:prstTxWarp prst="textNoShape">
              <a:avLst/>
            </a:prstTxWarp>
            <a:normAutofit/>
          </a:bodyPr>
          <a:lstStyle/>
          <a:p>
            <a:pPr>
              <a:spcAft>
                <a:spcPts val="600"/>
              </a:spcAft>
            </a:pPr>
            <a:fld id="{7C839148-7006-41C4-ABC2-D2A9F4595A63}" type="slidenum">
              <a:rPr lang="en-US" altLang="cs-CZ" b="0" kern="1200">
                <a:latin typeface="Calibri" panose="020F0502020204030204" pitchFamily="34" charset="0"/>
                <a:ea typeface="Calibri" panose="020F0502020204030204" pitchFamily="34" charset="0"/>
                <a:cs typeface="Calibri" panose="020F0502020204030204" pitchFamily="34" charset="0"/>
              </a:rPr>
              <a:pPr>
                <a:spcAft>
                  <a:spcPts val="600"/>
                </a:spcAft>
              </a:pPr>
              <a:t>11</a:t>
            </a:fld>
            <a:endParaRPr lang="en-US" altLang="cs-CZ" b="0" kern="120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D6179D6A-CCCF-6731-397F-D238CA1FA9E4}"/>
              </a:ext>
            </a:extLst>
          </p:cNvPr>
          <p:cNvPicPr>
            <a:picLocks noChangeAspect="1"/>
          </p:cNvPicPr>
          <p:nvPr/>
        </p:nvPicPr>
        <p:blipFill>
          <a:blip r:embed="rId3"/>
          <a:stretch>
            <a:fillRect/>
          </a:stretch>
        </p:blipFill>
        <p:spPr>
          <a:xfrm>
            <a:off x="1939948" y="1609471"/>
            <a:ext cx="7249537" cy="3639058"/>
          </a:xfrm>
          <a:prstGeom prst="rect">
            <a:avLst/>
          </a:prstGeom>
        </p:spPr>
      </p:pic>
      <p:pic>
        <p:nvPicPr>
          <p:cNvPr id="7" name="Picture 6">
            <a:extLst>
              <a:ext uri="{FF2B5EF4-FFF2-40B4-BE49-F238E27FC236}">
                <a16:creationId xmlns:a16="http://schemas.microsoft.com/office/drawing/2014/main" id="{239A4EA0-CF05-D8B7-4DE6-0553435A01DC}"/>
              </a:ext>
            </a:extLst>
          </p:cNvPr>
          <p:cNvPicPr>
            <a:picLocks noChangeAspect="1"/>
          </p:cNvPicPr>
          <p:nvPr/>
        </p:nvPicPr>
        <p:blipFill>
          <a:blip r:embed="rId4"/>
          <a:stretch>
            <a:fillRect/>
          </a:stretch>
        </p:blipFill>
        <p:spPr>
          <a:xfrm>
            <a:off x="3012040" y="1257300"/>
            <a:ext cx="4486197" cy="4343400"/>
          </a:xfrm>
          <a:prstGeom prst="rect">
            <a:avLst/>
          </a:prstGeom>
        </p:spPr>
      </p:pic>
    </p:spTree>
    <p:extLst>
      <p:ext uri="{BB962C8B-B14F-4D97-AF65-F5344CB8AC3E}">
        <p14:creationId xmlns:p14="http://schemas.microsoft.com/office/powerpoint/2010/main" val="299875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97BB-D9AB-A995-D010-9134B215E86C}"/>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A68FF1CC-A471-5441-9D97-F705BDC067B6}"/>
              </a:ext>
            </a:extLst>
          </p:cNvPr>
          <p:cNvSpPr>
            <a:spLocks noGrp="1"/>
          </p:cNvSpPr>
          <p:nvPr>
            <p:ph type="sldNum" sz="quarter" idx="11"/>
          </p:nvPr>
        </p:nvSpPr>
        <p:spPr/>
        <p:txBody>
          <a:bodyPr/>
          <a:lstStyle/>
          <a:p>
            <a:fld id="{7C839148-7006-41C4-ABC2-D2A9F4595A63}" type="slidenum">
              <a:rPr lang="en-US" altLang="cs-CZ" smtClean="0"/>
              <a:pPr/>
              <a:t>12</a:t>
            </a:fld>
            <a:endParaRPr lang="en-US" altLang="cs-CZ" dirty="0"/>
          </a:p>
        </p:txBody>
      </p:sp>
      <p:sp>
        <p:nvSpPr>
          <p:cNvPr id="9" name="TextBox 8">
            <a:extLst>
              <a:ext uri="{FF2B5EF4-FFF2-40B4-BE49-F238E27FC236}">
                <a16:creationId xmlns:a16="http://schemas.microsoft.com/office/drawing/2014/main" id="{3FD9822D-AEA9-57CA-496D-7D04B250A1BD}"/>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b="0" dirty="0">
                <a:solidFill>
                  <a:srgbClr val="212121"/>
                </a:solidFill>
                <a:latin typeface="Roboto" panose="02000000000000000000" pitchFamily="2" charset="0"/>
                <a:ea typeface="Calibri" panose="020F0502020204030204" pitchFamily="34" charset="0"/>
                <a:cs typeface="Calibri" panose="020F0502020204030204" pitchFamily="34" charset="0"/>
              </a:rPr>
              <a:t>Caption and overline</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43CCC6A4-7A59-30CD-C86E-A954AA470FAC}"/>
              </a:ext>
            </a:extLst>
          </p:cNvPr>
          <p:cNvGrpSpPr/>
          <p:nvPr/>
        </p:nvGrpSpPr>
        <p:grpSpPr>
          <a:xfrm>
            <a:off x="1504309" y="5786643"/>
            <a:ext cx="9011291" cy="507342"/>
            <a:chOff x="1980627" y="5487251"/>
            <a:chExt cx="8230746" cy="507342"/>
          </a:xfrm>
        </p:grpSpPr>
        <p:sp>
          <p:nvSpPr>
            <p:cNvPr id="6" name="Rectangle 5">
              <a:extLst>
                <a:ext uri="{FF2B5EF4-FFF2-40B4-BE49-F238E27FC236}">
                  <a16:creationId xmlns:a16="http://schemas.microsoft.com/office/drawing/2014/main" id="{AE99808C-E16F-1712-9E93-98E0DE82DFA8}"/>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C2DC9D8-8EAD-04CC-9AF8-E44E539CAE23}"/>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pic>
        <p:nvPicPr>
          <p:cNvPr id="8" name="Picture 7">
            <a:extLst>
              <a:ext uri="{FF2B5EF4-FFF2-40B4-BE49-F238E27FC236}">
                <a16:creationId xmlns:a16="http://schemas.microsoft.com/office/drawing/2014/main" id="{FCD8FE9E-EA06-EB12-E28C-8170E85BC0E8}"/>
              </a:ext>
            </a:extLst>
          </p:cNvPr>
          <p:cNvPicPr>
            <a:picLocks noChangeAspect="1"/>
          </p:cNvPicPr>
          <p:nvPr/>
        </p:nvPicPr>
        <p:blipFill>
          <a:blip r:embed="rId3"/>
          <a:stretch>
            <a:fillRect/>
          </a:stretch>
        </p:blipFill>
        <p:spPr>
          <a:xfrm>
            <a:off x="1371600" y="1055764"/>
            <a:ext cx="9316091" cy="5402568"/>
          </a:xfrm>
          <a:prstGeom prst="rect">
            <a:avLst/>
          </a:prstGeom>
        </p:spPr>
      </p:pic>
      <p:grpSp>
        <p:nvGrpSpPr>
          <p:cNvPr id="10" name="Group 9">
            <a:extLst>
              <a:ext uri="{FF2B5EF4-FFF2-40B4-BE49-F238E27FC236}">
                <a16:creationId xmlns:a16="http://schemas.microsoft.com/office/drawing/2014/main" id="{D4E72D06-94A9-2840-F104-3C3650BF5B1E}"/>
              </a:ext>
            </a:extLst>
          </p:cNvPr>
          <p:cNvGrpSpPr/>
          <p:nvPr/>
        </p:nvGrpSpPr>
        <p:grpSpPr>
          <a:xfrm>
            <a:off x="1437954" y="5879601"/>
            <a:ext cx="9316091" cy="600329"/>
            <a:chOff x="1971102" y="4648200"/>
            <a:chExt cx="8392098" cy="600329"/>
          </a:xfrm>
        </p:grpSpPr>
        <p:sp>
          <p:nvSpPr>
            <p:cNvPr id="11" name="Rectangle 10">
              <a:extLst>
                <a:ext uri="{FF2B5EF4-FFF2-40B4-BE49-F238E27FC236}">
                  <a16:creationId xmlns:a16="http://schemas.microsoft.com/office/drawing/2014/main" id="{9C416EB0-57B9-959C-E1F6-A43BEB798A10}"/>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12" name="Group 11">
              <a:extLst>
                <a:ext uri="{FF2B5EF4-FFF2-40B4-BE49-F238E27FC236}">
                  <a16:creationId xmlns:a16="http://schemas.microsoft.com/office/drawing/2014/main" id="{54BBF0F3-B7A9-AAE6-64F2-C56DD16A0CF8}"/>
                </a:ext>
              </a:extLst>
            </p:cNvPr>
            <p:cNvGrpSpPr/>
            <p:nvPr/>
          </p:nvGrpSpPr>
          <p:grpSpPr>
            <a:xfrm>
              <a:off x="1971102" y="4694267"/>
              <a:ext cx="8230746" cy="508193"/>
              <a:chOff x="1980627" y="5486400"/>
              <a:chExt cx="8230746" cy="508193"/>
            </a:xfrm>
          </p:grpSpPr>
          <p:sp>
            <p:nvSpPr>
              <p:cNvPr id="13" name="Rectangle 12">
                <a:extLst>
                  <a:ext uri="{FF2B5EF4-FFF2-40B4-BE49-F238E27FC236}">
                    <a16:creationId xmlns:a16="http://schemas.microsoft.com/office/drawing/2014/main" id="{D351BF08-D6A3-E64E-A2F5-C31E2892D0F2}"/>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2ABA263-72EC-BED2-04A5-3B80E80D0F3B}"/>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47497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C2B2D-0B7F-7ADC-70D1-319119D0DC59}"/>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23967FC5-3864-D92A-63F4-BEC2D4CF17B3}"/>
              </a:ext>
            </a:extLst>
          </p:cNvPr>
          <p:cNvSpPr>
            <a:spLocks noGrp="1"/>
          </p:cNvSpPr>
          <p:nvPr>
            <p:ph type="sldNum" sz="quarter" idx="11"/>
          </p:nvPr>
        </p:nvSpPr>
        <p:spPr/>
        <p:txBody>
          <a:bodyPr/>
          <a:lstStyle/>
          <a:p>
            <a:fld id="{7C839148-7006-41C4-ABC2-D2A9F4595A63}" type="slidenum">
              <a:rPr lang="en-US" altLang="cs-CZ" smtClean="0"/>
              <a:pPr/>
              <a:t>13</a:t>
            </a:fld>
            <a:endParaRPr lang="en-US" altLang="cs-CZ" dirty="0"/>
          </a:p>
        </p:txBody>
      </p:sp>
      <p:sp>
        <p:nvSpPr>
          <p:cNvPr id="9" name="TextBox 8">
            <a:extLst>
              <a:ext uri="{FF2B5EF4-FFF2-40B4-BE49-F238E27FC236}">
                <a16:creationId xmlns:a16="http://schemas.microsoft.com/office/drawing/2014/main" id="{720B1CA1-804C-F1C1-C94E-D1540CE49607}"/>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b="0" dirty="0">
                <a:solidFill>
                  <a:srgbClr val="212121"/>
                </a:solidFill>
                <a:latin typeface="Roboto" panose="02000000000000000000" pitchFamily="2" charset="0"/>
                <a:ea typeface="Calibri" panose="020F0502020204030204" pitchFamily="34" charset="0"/>
                <a:cs typeface="Calibri" panose="020F0502020204030204" pitchFamily="34" charset="0"/>
              </a:rPr>
              <a:t>Caption and overline</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620C2F40-44FD-8FE9-C637-804E0493A17A}"/>
              </a:ext>
            </a:extLst>
          </p:cNvPr>
          <p:cNvPicPr>
            <a:picLocks noChangeAspect="1"/>
          </p:cNvPicPr>
          <p:nvPr/>
        </p:nvPicPr>
        <p:blipFill>
          <a:blip r:embed="rId3"/>
          <a:stretch>
            <a:fillRect/>
          </a:stretch>
        </p:blipFill>
        <p:spPr>
          <a:xfrm>
            <a:off x="1504309" y="1128391"/>
            <a:ext cx="9183382" cy="4601217"/>
          </a:xfrm>
          <a:prstGeom prst="rect">
            <a:avLst/>
          </a:prstGeom>
        </p:spPr>
      </p:pic>
      <p:grpSp>
        <p:nvGrpSpPr>
          <p:cNvPr id="2" name="Group 1">
            <a:extLst>
              <a:ext uri="{FF2B5EF4-FFF2-40B4-BE49-F238E27FC236}">
                <a16:creationId xmlns:a16="http://schemas.microsoft.com/office/drawing/2014/main" id="{8F7C346B-3B1A-113A-CA22-BE399A28E915}"/>
              </a:ext>
            </a:extLst>
          </p:cNvPr>
          <p:cNvGrpSpPr/>
          <p:nvPr/>
        </p:nvGrpSpPr>
        <p:grpSpPr>
          <a:xfrm>
            <a:off x="1504309" y="5943600"/>
            <a:ext cx="9011291" cy="507342"/>
            <a:chOff x="1980627" y="5487251"/>
            <a:chExt cx="8230746" cy="507342"/>
          </a:xfrm>
        </p:grpSpPr>
        <p:sp>
          <p:nvSpPr>
            <p:cNvPr id="6" name="Rectangle 5">
              <a:extLst>
                <a:ext uri="{FF2B5EF4-FFF2-40B4-BE49-F238E27FC236}">
                  <a16:creationId xmlns:a16="http://schemas.microsoft.com/office/drawing/2014/main" id="{FAC1A900-BDAA-FB9F-EF18-6FF916D8E157}"/>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15EE818-968D-FC4C-E226-C8773E003B26}"/>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052270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8CAD3-B87E-C487-DC59-A7A46F6C57D4}"/>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44CC7449-D463-C6EF-3209-0D64BE3B7308}"/>
              </a:ext>
            </a:extLst>
          </p:cNvPr>
          <p:cNvSpPr>
            <a:spLocks noGrp="1"/>
          </p:cNvSpPr>
          <p:nvPr>
            <p:ph type="sldNum" sz="quarter" idx="11"/>
          </p:nvPr>
        </p:nvSpPr>
        <p:spPr/>
        <p:txBody>
          <a:bodyPr/>
          <a:lstStyle/>
          <a:p>
            <a:fld id="{7C839148-7006-41C4-ABC2-D2A9F4595A63}" type="slidenum">
              <a:rPr lang="en-US" altLang="cs-CZ" smtClean="0"/>
              <a:pPr/>
              <a:t>14</a:t>
            </a:fld>
            <a:endParaRPr lang="en-US" altLang="cs-CZ" dirty="0"/>
          </a:p>
        </p:txBody>
      </p:sp>
      <p:sp>
        <p:nvSpPr>
          <p:cNvPr id="9" name="TextBox 8">
            <a:extLst>
              <a:ext uri="{FF2B5EF4-FFF2-40B4-BE49-F238E27FC236}">
                <a16:creationId xmlns:a16="http://schemas.microsoft.com/office/drawing/2014/main" id="{80438015-87B0-4CBB-2E4D-796366E104E6}"/>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b="0" dirty="0">
                <a:solidFill>
                  <a:srgbClr val="212121"/>
                </a:solidFill>
                <a:latin typeface="Roboto" panose="02000000000000000000" pitchFamily="2" charset="0"/>
                <a:ea typeface="Calibri" panose="020F0502020204030204" pitchFamily="34" charset="0"/>
                <a:cs typeface="Calibri" panose="020F0502020204030204" pitchFamily="34" charset="0"/>
              </a:rPr>
              <a:t>Buttons</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9799CC9D-C4DD-FF01-B4AD-D91E529DE6A3}"/>
              </a:ext>
            </a:extLst>
          </p:cNvPr>
          <p:cNvPicPr>
            <a:picLocks noChangeAspect="1"/>
          </p:cNvPicPr>
          <p:nvPr/>
        </p:nvPicPr>
        <p:blipFill>
          <a:blip r:embed="rId3"/>
          <a:stretch>
            <a:fillRect/>
          </a:stretch>
        </p:blipFill>
        <p:spPr>
          <a:xfrm>
            <a:off x="1485256" y="1090286"/>
            <a:ext cx="9183382" cy="5353797"/>
          </a:xfrm>
          <a:prstGeom prst="rect">
            <a:avLst/>
          </a:prstGeom>
        </p:spPr>
      </p:pic>
      <p:grpSp>
        <p:nvGrpSpPr>
          <p:cNvPr id="11" name="Group 10">
            <a:extLst>
              <a:ext uri="{FF2B5EF4-FFF2-40B4-BE49-F238E27FC236}">
                <a16:creationId xmlns:a16="http://schemas.microsoft.com/office/drawing/2014/main" id="{7BA9C8D0-8064-AA65-2616-E3745035F8EA}"/>
              </a:ext>
            </a:extLst>
          </p:cNvPr>
          <p:cNvGrpSpPr/>
          <p:nvPr/>
        </p:nvGrpSpPr>
        <p:grpSpPr>
          <a:xfrm>
            <a:off x="1494787" y="5860993"/>
            <a:ext cx="9316091" cy="600329"/>
            <a:chOff x="1971102" y="4648200"/>
            <a:chExt cx="8392098" cy="600329"/>
          </a:xfrm>
        </p:grpSpPr>
        <p:sp>
          <p:nvSpPr>
            <p:cNvPr id="12" name="Rectangle 11">
              <a:extLst>
                <a:ext uri="{FF2B5EF4-FFF2-40B4-BE49-F238E27FC236}">
                  <a16:creationId xmlns:a16="http://schemas.microsoft.com/office/drawing/2014/main" id="{34DAA89B-CF4E-DA89-2AC8-0715B89B3D41}"/>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6E13E85A-0CA0-BD48-DADD-3650213811B7}"/>
                </a:ext>
              </a:extLst>
            </p:cNvPr>
            <p:cNvGrpSpPr/>
            <p:nvPr/>
          </p:nvGrpSpPr>
          <p:grpSpPr>
            <a:xfrm>
              <a:off x="1971102" y="4694267"/>
              <a:ext cx="8230746" cy="508193"/>
              <a:chOff x="1980627" y="5486400"/>
              <a:chExt cx="8230746" cy="508193"/>
            </a:xfrm>
          </p:grpSpPr>
          <p:sp>
            <p:nvSpPr>
              <p:cNvPr id="14" name="Rectangle 13">
                <a:extLst>
                  <a:ext uri="{FF2B5EF4-FFF2-40B4-BE49-F238E27FC236}">
                    <a16:creationId xmlns:a16="http://schemas.microsoft.com/office/drawing/2014/main" id="{90258FFC-BBF4-8B6E-8E72-29106E698D6C}"/>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4A230016-C5E7-95D3-82EF-83194CE886F9}"/>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4178349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55965-6D5E-2402-3E42-AB6BFD5D8FD4}"/>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1AC2E791-03DA-652C-597E-62F1FA259711}"/>
              </a:ext>
            </a:extLst>
          </p:cNvPr>
          <p:cNvSpPr>
            <a:spLocks noGrp="1"/>
          </p:cNvSpPr>
          <p:nvPr>
            <p:ph type="sldNum" sz="quarter" idx="11"/>
          </p:nvPr>
        </p:nvSpPr>
        <p:spPr/>
        <p:txBody>
          <a:bodyPr/>
          <a:lstStyle/>
          <a:p>
            <a:fld id="{7C839148-7006-41C4-ABC2-D2A9F4595A63}" type="slidenum">
              <a:rPr lang="en-US" altLang="cs-CZ" smtClean="0"/>
              <a:pPr/>
              <a:t>15</a:t>
            </a:fld>
            <a:endParaRPr lang="en-US" altLang="cs-CZ" dirty="0"/>
          </a:p>
        </p:txBody>
      </p:sp>
      <p:sp>
        <p:nvSpPr>
          <p:cNvPr id="9" name="TextBox 8">
            <a:extLst>
              <a:ext uri="{FF2B5EF4-FFF2-40B4-BE49-F238E27FC236}">
                <a16:creationId xmlns:a16="http://schemas.microsoft.com/office/drawing/2014/main" id="{7A3C2C84-C369-E67E-38A2-379B9AD53512}"/>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b="0" dirty="0">
                <a:solidFill>
                  <a:srgbClr val="212121"/>
                </a:solidFill>
                <a:latin typeface="Roboto" panose="02000000000000000000" pitchFamily="2" charset="0"/>
                <a:ea typeface="Calibri" panose="020F0502020204030204" pitchFamily="34" charset="0"/>
                <a:cs typeface="Calibri" panose="020F0502020204030204" pitchFamily="34" charset="0"/>
              </a:rPr>
              <a:t>Buttons</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29E1F6DE-AD1C-5A8A-311D-AE73DC15ADA2}"/>
              </a:ext>
            </a:extLst>
          </p:cNvPr>
          <p:cNvPicPr>
            <a:picLocks noChangeAspect="1"/>
          </p:cNvPicPr>
          <p:nvPr/>
        </p:nvPicPr>
        <p:blipFill>
          <a:blip r:embed="rId3"/>
          <a:stretch>
            <a:fillRect/>
          </a:stretch>
        </p:blipFill>
        <p:spPr>
          <a:xfrm>
            <a:off x="1523362" y="1090286"/>
            <a:ext cx="9145276" cy="4677428"/>
          </a:xfrm>
          <a:prstGeom prst="rect">
            <a:avLst/>
          </a:prstGeom>
        </p:spPr>
      </p:pic>
      <p:grpSp>
        <p:nvGrpSpPr>
          <p:cNvPr id="2" name="Group 1">
            <a:extLst>
              <a:ext uri="{FF2B5EF4-FFF2-40B4-BE49-F238E27FC236}">
                <a16:creationId xmlns:a16="http://schemas.microsoft.com/office/drawing/2014/main" id="{CC217AD6-DEDB-BF2F-EF3C-C9A31E9219B2}"/>
              </a:ext>
            </a:extLst>
          </p:cNvPr>
          <p:cNvGrpSpPr/>
          <p:nvPr/>
        </p:nvGrpSpPr>
        <p:grpSpPr>
          <a:xfrm>
            <a:off x="1523362" y="5867400"/>
            <a:ext cx="9068438" cy="507342"/>
            <a:chOff x="1980627" y="5487251"/>
            <a:chExt cx="8230746" cy="507342"/>
          </a:xfrm>
        </p:grpSpPr>
        <p:sp>
          <p:nvSpPr>
            <p:cNvPr id="6" name="Rectangle 5">
              <a:extLst>
                <a:ext uri="{FF2B5EF4-FFF2-40B4-BE49-F238E27FC236}">
                  <a16:creationId xmlns:a16="http://schemas.microsoft.com/office/drawing/2014/main" id="{255C8E47-5CF4-C5EC-68C0-E38B1D3EADDC}"/>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B412BD1-361D-ADF8-5F71-815CB42EA4C0}"/>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127750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F670C-31C8-2B0B-9F5F-CD7676C80554}"/>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540DCC72-E539-D481-AE21-5549EEC00BD7}"/>
              </a:ext>
            </a:extLst>
          </p:cNvPr>
          <p:cNvSpPr>
            <a:spLocks noGrp="1"/>
          </p:cNvSpPr>
          <p:nvPr>
            <p:ph type="sldNum" sz="quarter" idx="11"/>
          </p:nvPr>
        </p:nvSpPr>
        <p:spPr/>
        <p:txBody>
          <a:bodyPr/>
          <a:lstStyle/>
          <a:p>
            <a:fld id="{7C839148-7006-41C4-ABC2-D2A9F4595A63}" type="slidenum">
              <a:rPr lang="en-US" altLang="cs-CZ" smtClean="0"/>
              <a:pPr/>
              <a:t>16</a:t>
            </a:fld>
            <a:endParaRPr lang="en-US" altLang="cs-CZ" dirty="0"/>
          </a:p>
        </p:txBody>
      </p:sp>
      <p:sp>
        <p:nvSpPr>
          <p:cNvPr id="9" name="TextBox 8">
            <a:extLst>
              <a:ext uri="{FF2B5EF4-FFF2-40B4-BE49-F238E27FC236}">
                <a16:creationId xmlns:a16="http://schemas.microsoft.com/office/drawing/2014/main" id="{A7275CE6-1EEF-20FC-BEE1-779C477E04D4}"/>
              </a:ext>
            </a:extLst>
          </p:cNvPr>
          <p:cNvSpPr txBox="1"/>
          <p:nvPr/>
        </p:nvSpPr>
        <p:spPr>
          <a:xfrm>
            <a:off x="685800" y="-12032"/>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Line breaking</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CB113682-E1CB-BC42-483B-D720C9EC220D}"/>
              </a:ext>
            </a:extLst>
          </p:cNvPr>
          <p:cNvPicPr>
            <a:picLocks noChangeAspect="1"/>
          </p:cNvPicPr>
          <p:nvPr/>
        </p:nvPicPr>
        <p:blipFill>
          <a:blip r:embed="rId3"/>
          <a:stretch>
            <a:fillRect/>
          </a:stretch>
        </p:blipFill>
        <p:spPr>
          <a:xfrm>
            <a:off x="6096000" y="1219200"/>
            <a:ext cx="4267796" cy="3724795"/>
          </a:xfrm>
          <a:prstGeom prst="rect">
            <a:avLst/>
          </a:prstGeom>
        </p:spPr>
      </p:pic>
      <p:pic>
        <p:nvPicPr>
          <p:cNvPr id="29" name="Picture 28">
            <a:extLst>
              <a:ext uri="{FF2B5EF4-FFF2-40B4-BE49-F238E27FC236}">
                <a16:creationId xmlns:a16="http://schemas.microsoft.com/office/drawing/2014/main" id="{53B08A6A-16A0-0A26-5581-1274D32C2FAD}"/>
              </a:ext>
            </a:extLst>
          </p:cNvPr>
          <p:cNvPicPr>
            <a:picLocks noChangeAspect="1"/>
          </p:cNvPicPr>
          <p:nvPr/>
        </p:nvPicPr>
        <p:blipFill>
          <a:blip r:embed="rId4"/>
          <a:stretch>
            <a:fillRect/>
          </a:stretch>
        </p:blipFill>
        <p:spPr>
          <a:xfrm>
            <a:off x="2362200" y="2143254"/>
            <a:ext cx="2067213" cy="2800741"/>
          </a:xfrm>
          <a:prstGeom prst="rect">
            <a:avLst/>
          </a:prstGeom>
        </p:spPr>
      </p:pic>
      <p:grpSp>
        <p:nvGrpSpPr>
          <p:cNvPr id="2" name="Group 1">
            <a:extLst>
              <a:ext uri="{FF2B5EF4-FFF2-40B4-BE49-F238E27FC236}">
                <a16:creationId xmlns:a16="http://schemas.microsoft.com/office/drawing/2014/main" id="{51091400-3927-E71F-08EB-B31249A453F5}"/>
              </a:ext>
            </a:extLst>
          </p:cNvPr>
          <p:cNvGrpSpPr/>
          <p:nvPr/>
        </p:nvGrpSpPr>
        <p:grpSpPr>
          <a:xfrm>
            <a:off x="1676400" y="5715000"/>
            <a:ext cx="9316091" cy="600329"/>
            <a:chOff x="1971102" y="4648200"/>
            <a:chExt cx="8392098" cy="600329"/>
          </a:xfrm>
        </p:grpSpPr>
        <p:sp>
          <p:nvSpPr>
            <p:cNvPr id="3" name="Rectangle 2">
              <a:extLst>
                <a:ext uri="{FF2B5EF4-FFF2-40B4-BE49-F238E27FC236}">
                  <a16:creationId xmlns:a16="http://schemas.microsoft.com/office/drawing/2014/main" id="{929AE546-3DAB-FCC7-46D1-97D626F2EDC2}"/>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4BCBCACF-7F9C-AA70-F2E4-CDF3A12CB612}"/>
                </a:ext>
              </a:extLst>
            </p:cNvPr>
            <p:cNvGrpSpPr/>
            <p:nvPr/>
          </p:nvGrpSpPr>
          <p:grpSpPr>
            <a:xfrm>
              <a:off x="1971102" y="4694267"/>
              <a:ext cx="8230746" cy="508193"/>
              <a:chOff x="1980627" y="5486400"/>
              <a:chExt cx="8230746" cy="508193"/>
            </a:xfrm>
          </p:grpSpPr>
          <p:sp>
            <p:nvSpPr>
              <p:cNvPr id="6" name="Rectangle 5">
                <a:extLst>
                  <a:ext uri="{FF2B5EF4-FFF2-40B4-BE49-F238E27FC236}">
                    <a16:creationId xmlns:a16="http://schemas.microsoft.com/office/drawing/2014/main" id="{69C72B52-D15F-9D32-35B7-BE3C8383210F}"/>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605C6C5-F0C6-3BB6-F5F9-0C8C28A2B856}"/>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1556291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1E543-F8D4-1A04-28AB-FD68FBC47DF5}"/>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F14387F1-3A45-D23B-4A8F-ABC484823ACB}"/>
              </a:ext>
            </a:extLst>
          </p:cNvPr>
          <p:cNvSpPr>
            <a:spLocks noGrp="1"/>
          </p:cNvSpPr>
          <p:nvPr>
            <p:ph type="sldNum" sz="quarter" idx="11"/>
          </p:nvPr>
        </p:nvSpPr>
        <p:spPr/>
        <p:txBody>
          <a:bodyPr/>
          <a:lstStyle/>
          <a:p>
            <a:fld id="{7C839148-7006-41C4-ABC2-D2A9F4595A63}" type="slidenum">
              <a:rPr lang="en-US" altLang="cs-CZ" smtClean="0"/>
              <a:pPr/>
              <a:t>17</a:t>
            </a:fld>
            <a:endParaRPr lang="en-US" altLang="cs-CZ" dirty="0"/>
          </a:p>
        </p:txBody>
      </p:sp>
      <p:sp>
        <p:nvSpPr>
          <p:cNvPr id="9" name="TextBox 8">
            <a:extLst>
              <a:ext uri="{FF2B5EF4-FFF2-40B4-BE49-F238E27FC236}">
                <a16:creationId xmlns:a16="http://schemas.microsoft.com/office/drawing/2014/main" id="{B199D8FE-0506-A552-3E5A-983EA1E2C776}"/>
              </a:ext>
            </a:extLst>
          </p:cNvPr>
          <p:cNvSpPr txBox="1"/>
          <p:nvPr/>
        </p:nvSpPr>
        <p:spPr>
          <a:xfrm>
            <a:off x="685800" y="-12032"/>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Line length</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BE5C732-19D5-A0BC-3102-E0F72C06BB91}"/>
              </a:ext>
            </a:extLst>
          </p:cNvPr>
          <p:cNvPicPr>
            <a:picLocks noChangeAspect="1"/>
          </p:cNvPicPr>
          <p:nvPr/>
        </p:nvPicPr>
        <p:blipFill>
          <a:blip r:embed="rId3"/>
          <a:stretch>
            <a:fillRect/>
          </a:stretch>
        </p:blipFill>
        <p:spPr>
          <a:xfrm>
            <a:off x="1295400" y="866417"/>
            <a:ext cx="9354856" cy="5125165"/>
          </a:xfrm>
          <a:prstGeom prst="rect">
            <a:avLst/>
          </a:prstGeom>
        </p:spPr>
      </p:pic>
    </p:spTree>
    <p:extLst>
      <p:ext uri="{BB962C8B-B14F-4D97-AF65-F5344CB8AC3E}">
        <p14:creationId xmlns:p14="http://schemas.microsoft.com/office/powerpoint/2010/main" val="3491263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59C67-883A-B1A5-66B2-1FF8891497B5}"/>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351925DB-2165-D7E4-0B78-530F1C438891}"/>
              </a:ext>
            </a:extLst>
          </p:cNvPr>
          <p:cNvSpPr>
            <a:spLocks noGrp="1"/>
          </p:cNvSpPr>
          <p:nvPr>
            <p:ph type="sldNum" sz="quarter" idx="11"/>
          </p:nvPr>
        </p:nvSpPr>
        <p:spPr/>
        <p:txBody>
          <a:bodyPr/>
          <a:lstStyle/>
          <a:p>
            <a:fld id="{7C839148-7006-41C4-ABC2-D2A9F4595A63}" type="slidenum">
              <a:rPr lang="en-US" altLang="cs-CZ" smtClean="0"/>
              <a:pPr/>
              <a:t>18</a:t>
            </a:fld>
            <a:endParaRPr lang="en-US" altLang="cs-CZ" dirty="0"/>
          </a:p>
        </p:txBody>
      </p:sp>
      <p:sp>
        <p:nvSpPr>
          <p:cNvPr id="9" name="TextBox 8">
            <a:extLst>
              <a:ext uri="{FF2B5EF4-FFF2-40B4-BE49-F238E27FC236}">
                <a16:creationId xmlns:a16="http://schemas.microsoft.com/office/drawing/2014/main" id="{A735CB29-7E1E-1AA9-CF11-EBCC4BC5A20E}"/>
              </a:ext>
            </a:extLst>
          </p:cNvPr>
          <p:cNvSpPr txBox="1"/>
          <p:nvPr/>
        </p:nvSpPr>
        <p:spPr>
          <a:xfrm>
            <a:off x="685800" y="-12032"/>
            <a:ext cx="6324600" cy="584775"/>
          </a:xfrm>
          <a:prstGeom prst="rect">
            <a:avLst/>
          </a:prstGeom>
          <a:noFill/>
        </p:spPr>
        <p:txBody>
          <a:bodyPr wrap="square" rtlCol="0">
            <a:spAutoFit/>
          </a:bodyPr>
          <a:lstStyle/>
          <a:p>
            <a:pPr marL="0" indent="0">
              <a:buNone/>
            </a:pPr>
            <a:r>
              <a:rPr lang="cs-CZ" sz="3200" b="0" dirty="0">
                <a:solidFill>
                  <a:srgbClr val="212121"/>
                </a:solidFill>
                <a:latin typeface="Roboto" panose="02000000000000000000" pitchFamily="2" charset="0"/>
                <a:ea typeface="Calibri" panose="020F0502020204030204" pitchFamily="34" charset="0"/>
                <a:cs typeface="Calibri" panose="020F0502020204030204" pitchFamily="34" charset="0"/>
              </a:rPr>
              <a:t>Caption and overline</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5C63FBD-0F23-EE59-5F4A-B6F3F779EB6D}"/>
              </a:ext>
            </a:extLst>
          </p:cNvPr>
          <p:cNvPicPr>
            <a:picLocks noChangeAspect="1"/>
          </p:cNvPicPr>
          <p:nvPr/>
        </p:nvPicPr>
        <p:blipFill>
          <a:blip r:embed="rId3"/>
          <a:stretch>
            <a:fillRect/>
          </a:stretch>
        </p:blipFill>
        <p:spPr>
          <a:xfrm>
            <a:off x="1875836" y="1261760"/>
            <a:ext cx="8440328" cy="4334480"/>
          </a:xfrm>
          <a:prstGeom prst="rect">
            <a:avLst/>
          </a:prstGeom>
        </p:spPr>
      </p:pic>
    </p:spTree>
    <p:extLst>
      <p:ext uri="{BB962C8B-B14F-4D97-AF65-F5344CB8AC3E}">
        <p14:creationId xmlns:p14="http://schemas.microsoft.com/office/powerpoint/2010/main" val="3914750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B63E0-51C2-6875-6287-9D74C3BC52AE}"/>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33C00620-2896-D97D-9D6F-25B338316979}"/>
              </a:ext>
            </a:extLst>
          </p:cNvPr>
          <p:cNvSpPr>
            <a:spLocks noGrp="1"/>
          </p:cNvSpPr>
          <p:nvPr>
            <p:ph type="sldNum" sz="quarter" idx="11"/>
          </p:nvPr>
        </p:nvSpPr>
        <p:spPr/>
        <p:txBody>
          <a:bodyPr/>
          <a:lstStyle/>
          <a:p>
            <a:fld id="{7C839148-7006-41C4-ABC2-D2A9F4595A63}" type="slidenum">
              <a:rPr lang="en-US" altLang="cs-CZ" smtClean="0"/>
              <a:pPr/>
              <a:t>19</a:t>
            </a:fld>
            <a:endParaRPr lang="en-US" altLang="cs-CZ" dirty="0"/>
          </a:p>
        </p:txBody>
      </p:sp>
      <p:sp>
        <p:nvSpPr>
          <p:cNvPr id="9" name="TextBox 8">
            <a:extLst>
              <a:ext uri="{FF2B5EF4-FFF2-40B4-BE49-F238E27FC236}">
                <a16:creationId xmlns:a16="http://schemas.microsoft.com/office/drawing/2014/main" id="{683B1961-30B1-B72E-582D-6298C7EB19F8}"/>
              </a:ext>
            </a:extLst>
          </p:cNvPr>
          <p:cNvSpPr txBox="1"/>
          <p:nvPr/>
        </p:nvSpPr>
        <p:spPr>
          <a:xfrm>
            <a:off x="685800" y="-12032"/>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Contrast</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79C9DB05-2583-3A73-2403-ADB2129503B6}"/>
                  </a:ext>
                </a:extLst>
              </p14:cNvPr>
              <p14:cNvContentPartPr/>
              <p14:nvPr/>
            </p14:nvContentPartPr>
            <p14:xfrm>
              <a:off x="4428566" y="1776137"/>
              <a:ext cx="360" cy="360"/>
            </p14:xfrm>
          </p:contentPart>
        </mc:Choice>
        <mc:Fallback xmlns="">
          <p:pic>
            <p:nvPicPr>
              <p:cNvPr id="6" name="Ink 5">
                <a:extLst>
                  <a:ext uri="{FF2B5EF4-FFF2-40B4-BE49-F238E27FC236}">
                    <a16:creationId xmlns:a16="http://schemas.microsoft.com/office/drawing/2014/main" id="{79C9DB05-2583-3A73-2403-ADB2129503B6}"/>
                  </a:ext>
                </a:extLst>
              </p:cNvPr>
              <p:cNvPicPr/>
              <p:nvPr/>
            </p:nvPicPr>
            <p:blipFill>
              <a:blip r:embed="rId4"/>
              <a:stretch>
                <a:fillRect/>
              </a:stretch>
            </p:blipFill>
            <p:spPr>
              <a:xfrm>
                <a:off x="4422446" y="177001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4DD36CE-A715-C8BE-11B2-87C8E2A7A3DA}"/>
                  </a:ext>
                </a:extLst>
              </p14:cNvPr>
              <p14:cNvContentPartPr/>
              <p14:nvPr/>
            </p14:nvContentPartPr>
            <p14:xfrm>
              <a:off x="6204446" y="2377337"/>
              <a:ext cx="360" cy="360"/>
            </p14:xfrm>
          </p:contentPart>
        </mc:Choice>
        <mc:Fallback xmlns="">
          <p:pic>
            <p:nvPicPr>
              <p:cNvPr id="7" name="Ink 6">
                <a:extLst>
                  <a:ext uri="{FF2B5EF4-FFF2-40B4-BE49-F238E27FC236}">
                    <a16:creationId xmlns:a16="http://schemas.microsoft.com/office/drawing/2014/main" id="{34DD36CE-A715-C8BE-11B2-87C8E2A7A3DA}"/>
                  </a:ext>
                </a:extLst>
              </p:cNvPr>
              <p:cNvPicPr/>
              <p:nvPr/>
            </p:nvPicPr>
            <p:blipFill>
              <a:blip r:embed="rId4"/>
              <a:stretch>
                <a:fillRect/>
              </a:stretch>
            </p:blipFill>
            <p:spPr>
              <a:xfrm>
                <a:off x="6198326" y="2371217"/>
                <a:ext cx="12600" cy="12600"/>
              </a:xfrm>
              <a:prstGeom prst="rect">
                <a:avLst/>
              </a:prstGeom>
            </p:spPr>
          </p:pic>
        </mc:Fallback>
      </mc:AlternateContent>
      <p:pic>
        <p:nvPicPr>
          <p:cNvPr id="3" name="Picture 2">
            <a:extLst>
              <a:ext uri="{FF2B5EF4-FFF2-40B4-BE49-F238E27FC236}">
                <a16:creationId xmlns:a16="http://schemas.microsoft.com/office/drawing/2014/main" id="{A910D69C-6958-5E0A-47F1-ED5D09A40D70}"/>
              </a:ext>
            </a:extLst>
          </p:cNvPr>
          <p:cNvPicPr>
            <a:picLocks noChangeAspect="1"/>
          </p:cNvPicPr>
          <p:nvPr/>
        </p:nvPicPr>
        <p:blipFill>
          <a:blip r:embed="rId6"/>
          <a:stretch>
            <a:fillRect/>
          </a:stretch>
        </p:blipFill>
        <p:spPr>
          <a:xfrm>
            <a:off x="3504838" y="1757129"/>
            <a:ext cx="5182323" cy="3343742"/>
          </a:xfrm>
          <a:prstGeom prst="rect">
            <a:avLst/>
          </a:prstGeom>
        </p:spPr>
      </p:pic>
    </p:spTree>
    <p:extLst>
      <p:ext uri="{BB962C8B-B14F-4D97-AF65-F5344CB8AC3E}">
        <p14:creationId xmlns:p14="http://schemas.microsoft.com/office/powerpoint/2010/main" val="3594761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1EAFB-30D8-43D6-B9BF-8C9D2CFEC2DA}"/>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3DD11860-11D0-E1B9-37DD-85D08DDAEAD8}"/>
              </a:ext>
            </a:extLst>
          </p:cNvPr>
          <p:cNvSpPr>
            <a:spLocks noGrp="1"/>
          </p:cNvSpPr>
          <p:nvPr>
            <p:ph type="sldNum" sz="quarter" idx="11"/>
          </p:nvPr>
        </p:nvSpPr>
        <p:spPr/>
        <p:txBody>
          <a:bodyPr/>
          <a:lstStyle/>
          <a:p>
            <a:fld id="{7C839148-7006-41C4-ABC2-D2A9F4595A63}" type="slidenum">
              <a:rPr lang="en-US" altLang="cs-CZ" smtClean="0"/>
              <a:pPr/>
              <a:t>20</a:t>
            </a:fld>
            <a:endParaRPr lang="en-US" altLang="cs-CZ" dirty="0"/>
          </a:p>
        </p:txBody>
      </p:sp>
      <p:sp>
        <p:nvSpPr>
          <p:cNvPr id="9" name="TextBox 8">
            <a:extLst>
              <a:ext uri="{FF2B5EF4-FFF2-40B4-BE49-F238E27FC236}">
                <a16:creationId xmlns:a16="http://schemas.microsoft.com/office/drawing/2014/main" id="{B29C0BFD-A8C5-3026-723D-DCEF2E7EE605}"/>
              </a:ext>
            </a:extLst>
          </p:cNvPr>
          <p:cNvSpPr txBox="1"/>
          <p:nvPr/>
        </p:nvSpPr>
        <p:spPr>
          <a:xfrm>
            <a:off x="685800" y="0"/>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Contrast</a:t>
            </a:r>
            <a:r>
              <a:rPr lang="cs-CZ" sz="3200" b="0" dirty="0">
                <a:solidFill>
                  <a:srgbClr val="212121"/>
                </a:solidFill>
                <a:latin typeface="Roboto" panose="02000000000000000000" pitchFamily="2" charset="0"/>
                <a:ea typeface="Calibri" panose="020F0502020204030204" pitchFamily="34" charset="0"/>
                <a:cs typeface="Calibri" panose="020F0502020204030204" pitchFamily="34" charset="0"/>
              </a:rPr>
              <a:t> - Dynamic</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28B74088-1781-A6B0-7990-B6B1C3F89443}"/>
                  </a:ext>
                </a:extLst>
              </p14:cNvPr>
              <p14:cNvContentPartPr/>
              <p14:nvPr/>
            </p14:nvContentPartPr>
            <p14:xfrm>
              <a:off x="4428566" y="1776137"/>
              <a:ext cx="360" cy="360"/>
            </p14:xfrm>
          </p:contentPart>
        </mc:Choice>
        <mc:Fallback xmlns="">
          <p:pic>
            <p:nvPicPr>
              <p:cNvPr id="6" name="Ink 5">
                <a:extLst>
                  <a:ext uri="{FF2B5EF4-FFF2-40B4-BE49-F238E27FC236}">
                    <a16:creationId xmlns:a16="http://schemas.microsoft.com/office/drawing/2014/main" id="{28B74088-1781-A6B0-7990-B6B1C3F89443}"/>
                  </a:ext>
                </a:extLst>
              </p:cNvPr>
              <p:cNvPicPr/>
              <p:nvPr/>
            </p:nvPicPr>
            <p:blipFill>
              <a:blip r:embed="rId4"/>
              <a:stretch>
                <a:fillRect/>
              </a:stretch>
            </p:blipFill>
            <p:spPr>
              <a:xfrm>
                <a:off x="4422446" y="177001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67D8EEA7-975C-EBE9-5670-FE94EBCF21A4}"/>
                  </a:ext>
                </a:extLst>
              </p14:cNvPr>
              <p14:cNvContentPartPr/>
              <p14:nvPr/>
            </p14:nvContentPartPr>
            <p14:xfrm>
              <a:off x="6204446" y="2377337"/>
              <a:ext cx="360" cy="360"/>
            </p14:xfrm>
          </p:contentPart>
        </mc:Choice>
        <mc:Fallback xmlns="">
          <p:pic>
            <p:nvPicPr>
              <p:cNvPr id="7" name="Ink 6">
                <a:extLst>
                  <a:ext uri="{FF2B5EF4-FFF2-40B4-BE49-F238E27FC236}">
                    <a16:creationId xmlns:a16="http://schemas.microsoft.com/office/drawing/2014/main" id="{67D8EEA7-975C-EBE9-5670-FE94EBCF21A4}"/>
                  </a:ext>
                </a:extLst>
              </p:cNvPr>
              <p:cNvPicPr/>
              <p:nvPr/>
            </p:nvPicPr>
            <p:blipFill>
              <a:blip r:embed="rId4"/>
              <a:stretch>
                <a:fillRect/>
              </a:stretch>
            </p:blipFill>
            <p:spPr>
              <a:xfrm>
                <a:off x="6198326" y="2371217"/>
                <a:ext cx="12600" cy="12600"/>
              </a:xfrm>
              <a:prstGeom prst="rect">
                <a:avLst/>
              </a:prstGeom>
            </p:spPr>
          </p:pic>
        </mc:Fallback>
      </mc:AlternateContent>
      <p:pic>
        <p:nvPicPr>
          <p:cNvPr id="12" name="Picture 11">
            <a:extLst>
              <a:ext uri="{FF2B5EF4-FFF2-40B4-BE49-F238E27FC236}">
                <a16:creationId xmlns:a16="http://schemas.microsoft.com/office/drawing/2014/main" id="{9F1160B5-2CE1-0924-7053-EE133970449A}"/>
              </a:ext>
            </a:extLst>
          </p:cNvPr>
          <p:cNvPicPr>
            <a:picLocks noChangeAspect="1"/>
          </p:cNvPicPr>
          <p:nvPr/>
        </p:nvPicPr>
        <p:blipFill>
          <a:blip r:embed="rId6"/>
          <a:stretch>
            <a:fillRect/>
          </a:stretch>
        </p:blipFill>
        <p:spPr>
          <a:xfrm>
            <a:off x="3200400" y="694512"/>
            <a:ext cx="5258534" cy="5830114"/>
          </a:xfrm>
          <a:prstGeom prst="rect">
            <a:avLst/>
          </a:prstGeom>
        </p:spPr>
      </p:pic>
    </p:spTree>
    <p:extLst>
      <p:ext uri="{BB962C8B-B14F-4D97-AF65-F5344CB8AC3E}">
        <p14:creationId xmlns:p14="http://schemas.microsoft.com/office/powerpoint/2010/main" val="425595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2A49-B9B6-ED01-E193-15CC99C0DAFA}"/>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632EAF2A-C3F1-04A5-037F-C6E38B1E2442}"/>
              </a:ext>
            </a:extLst>
          </p:cNvPr>
          <p:cNvGrpSpPr/>
          <p:nvPr/>
        </p:nvGrpSpPr>
        <p:grpSpPr>
          <a:xfrm>
            <a:off x="1980627" y="5404908"/>
            <a:ext cx="8392098" cy="600329"/>
            <a:chOff x="1971102" y="4648200"/>
            <a:chExt cx="8392098" cy="600329"/>
          </a:xfrm>
        </p:grpSpPr>
        <p:sp>
          <p:nvSpPr>
            <p:cNvPr id="14" name="Rectangle 13">
              <a:extLst>
                <a:ext uri="{FF2B5EF4-FFF2-40B4-BE49-F238E27FC236}">
                  <a16:creationId xmlns:a16="http://schemas.microsoft.com/office/drawing/2014/main" id="{2E00BD7F-1897-35ED-5DDF-F689E2AE3E20}"/>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7303CC16-B056-67B0-3E85-E8684843FD2C}"/>
                </a:ext>
              </a:extLst>
            </p:cNvPr>
            <p:cNvGrpSpPr/>
            <p:nvPr/>
          </p:nvGrpSpPr>
          <p:grpSpPr>
            <a:xfrm>
              <a:off x="1971102" y="4694267"/>
              <a:ext cx="8230746" cy="508193"/>
              <a:chOff x="1980627" y="5486400"/>
              <a:chExt cx="8230746" cy="508193"/>
            </a:xfrm>
          </p:grpSpPr>
          <p:sp>
            <p:nvSpPr>
              <p:cNvPr id="16" name="Rectangle 15">
                <a:extLst>
                  <a:ext uri="{FF2B5EF4-FFF2-40B4-BE49-F238E27FC236}">
                    <a16:creationId xmlns:a16="http://schemas.microsoft.com/office/drawing/2014/main" id="{11DE9E69-8F64-7737-87EA-BBC966DAFA8A}"/>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EE30222-064F-9C20-87F2-046D9E6586D4}"/>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5" name="Zástupný symbol pro číslo snímku 4">
            <a:extLst>
              <a:ext uri="{FF2B5EF4-FFF2-40B4-BE49-F238E27FC236}">
                <a16:creationId xmlns:a16="http://schemas.microsoft.com/office/drawing/2014/main" id="{39BED08C-CBDB-29EF-2AD3-CBC7E55C7E07}"/>
              </a:ext>
            </a:extLst>
          </p:cNvPr>
          <p:cNvSpPr>
            <a:spLocks noGrp="1"/>
          </p:cNvSpPr>
          <p:nvPr>
            <p:ph type="sldNum" sz="quarter" idx="11"/>
          </p:nvPr>
        </p:nvSpPr>
        <p:spPr/>
        <p:txBody>
          <a:bodyPr/>
          <a:lstStyle/>
          <a:p>
            <a:fld id="{7C839148-7006-41C4-ABC2-D2A9F4595A63}" type="slidenum">
              <a:rPr lang="en-US" altLang="cs-CZ" smtClean="0"/>
              <a:pPr/>
              <a:t>21</a:t>
            </a:fld>
            <a:endParaRPr lang="en-US" altLang="cs-CZ" dirty="0"/>
          </a:p>
        </p:txBody>
      </p:sp>
      <p:sp>
        <p:nvSpPr>
          <p:cNvPr id="9" name="TextBox 8">
            <a:extLst>
              <a:ext uri="{FF2B5EF4-FFF2-40B4-BE49-F238E27FC236}">
                <a16:creationId xmlns:a16="http://schemas.microsoft.com/office/drawing/2014/main" id="{6BCD1D24-6497-40C8-F1D9-B5B71FAC005C}"/>
              </a:ext>
            </a:extLst>
          </p:cNvPr>
          <p:cNvSpPr txBox="1"/>
          <p:nvPr/>
        </p:nvSpPr>
        <p:spPr>
          <a:xfrm>
            <a:off x="685800" y="24103"/>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Width</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569FE2B-E1B6-D831-5F65-62C4A6FC7EFB}"/>
                  </a:ext>
                </a:extLst>
              </p14:cNvPr>
              <p14:cNvContentPartPr/>
              <p14:nvPr/>
            </p14:nvContentPartPr>
            <p14:xfrm>
              <a:off x="4428566" y="1776137"/>
              <a:ext cx="360" cy="360"/>
            </p14:xfrm>
          </p:contentPart>
        </mc:Choice>
        <mc:Fallback xmlns="">
          <p:pic>
            <p:nvPicPr>
              <p:cNvPr id="6" name="Ink 5">
                <a:extLst>
                  <a:ext uri="{FF2B5EF4-FFF2-40B4-BE49-F238E27FC236}">
                    <a16:creationId xmlns:a16="http://schemas.microsoft.com/office/drawing/2014/main" id="{D569FE2B-E1B6-D831-5F65-62C4A6FC7EFB}"/>
                  </a:ext>
                </a:extLst>
              </p:cNvPr>
              <p:cNvPicPr/>
              <p:nvPr/>
            </p:nvPicPr>
            <p:blipFill>
              <a:blip r:embed="rId4"/>
              <a:stretch>
                <a:fillRect/>
              </a:stretch>
            </p:blipFill>
            <p:spPr>
              <a:xfrm>
                <a:off x="4422446" y="177001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E287AAC5-B515-D830-4202-178ACE535BA6}"/>
                  </a:ext>
                </a:extLst>
              </p14:cNvPr>
              <p14:cNvContentPartPr/>
              <p14:nvPr/>
            </p14:nvContentPartPr>
            <p14:xfrm>
              <a:off x="6204446" y="2377337"/>
              <a:ext cx="360" cy="360"/>
            </p14:xfrm>
          </p:contentPart>
        </mc:Choice>
        <mc:Fallback xmlns="">
          <p:pic>
            <p:nvPicPr>
              <p:cNvPr id="7" name="Ink 6">
                <a:extLst>
                  <a:ext uri="{FF2B5EF4-FFF2-40B4-BE49-F238E27FC236}">
                    <a16:creationId xmlns:a16="http://schemas.microsoft.com/office/drawing/2014/main" id="{E287AAC5-B515-D830-4202-178ACE535BA6}"/>
                  </a:ext>
                </a:extLst>
              </p:cNvPr>
              <p:cNvPicPr/>
              <p:nvPr/>
            </p:nvPicPr>
            <p:blipFill>
              <a:blip r:embed="rId4"/>
              <a:stretch>
                <a:fillRect/>
              </a:stretch>
            </p:blipFill>
            <p:spPr>
              <a:xfrm>
                <a:off x="6198326" y="2371217"/>
                <a:ext cx="12600" cy="12600"/>
              </a:xfrm>
              <a:prstGeom prst="rect">
                <a:avLst/>
              </a:prstGeom>
            </p:spPr>
          </p:pic>
        </mc:Fallback>
      </mc:AlternateContent>
      <p:pic>
        <p:nvPicPr>
          <p:cNvPr id="8194" name="Picture 2" descr="Top app bar with the title best thrift stores in wide type next to three icons">
            <a:extLst>
              <a:ext uri="{FF2B5EF4-FFF2-40B4-BE49-F238E27FC236}">
                <a16:creationId xmlns:a16="http://schemas.microsoft.com/office/drawing/2014/main" id="{F0F67BF1-5CBC-2CA5-1DCB-F624C2D58B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6099" y="895305"/>
            <a:ext cx="7076693" cy="422910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932B9003-28ED-64D4-93B5-DAD5D160294C}"/>
              </a:ext>
            </a:extLst>
          </p:cNvPr>
          <p:cNvGrpSpPr/>
          <p:nvPr/>
        </p:nvGrpSpPr>
        <p:grpSpPr>
          <a:xfrm>
            <a:off x="3848100" y="2404235"/>
            <a:ext cx="3009540" cy="497077"/>
            <a:chOff x="237745" y="2205167"/>
            <a:chExt cx="3009540" cy="497077"/>
          </a:xfrm>
        </p:grpSpPr>
        <p:sp>
          <p:nvSpPr>
            <p:cNvPr id="3" name="Rectangle 2">
              <a:extLst>
                <a:ext uri="{FF2B5EF4-FFF2-40B4-BE49-F238E27FC236}">
                  <a16:creationId xmlns:a16="http://schemas.microsoft.com/office/drawing/2014/main" id="{913F11AB-1ED0-C1DF-E4F2-04CA090BFD21}"/>
                </a:ext>
              </a:extLst>
            </p:cNvPr>
            <p:cNvSpPr/>
            <p:nvPr/>
          </p:nvSpPr>
          <p:spPr bwMode="auto">
            <a:xfrm>
              <a:off x="237745" y="2209800"/>
              <a:ext cx="3009540" cy="492444"/>
            </a:xfrm>
            <a:prstGeom prst="rect">
              <a:avLst/>
            </a:prstGeom>
            <a:solidFill>
              <a:srgbClr val="FEF7FF"/>
            </a:solidFill>
            <a:ln w="19050" cap="flat" cmpd="sng" algn="ctr">
              <a:solidFill>
                <a:srgbClr val="FEF7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564B39D5-C678-DAF2-1AC0-587EF7306EEF}"/>
                </a:ext>
              </a:extLst>
            </p:cNvPr>
            <p:cNvSpPr txBox="1"/>
            <p:nvPr/>
          </p:nvSpPr>
          <p:spPr>
            <a:xfrm>
              <a:off x="237745" y="2205167"/>
              <a:ext cx="2428354" cy="492443"/>
            </a:xfrm>
            <a:prstGeom prst="rect">
              <a:avLst/>
            </a:prstGeom>
            <a:noFill/>
          </p:spPr>
          <p:txBody>
            <a:bodyPr wrap="square" rtlCol="0">
              <a:spAutoFit/>
            </a:bodyPr>
            <a:lstStyle/>
            <a:p>
              <a:pPr algn="l">
                <a:buNone/>
              </a:pPr>
              <a:r>
                <a:rPr lang="cs-CZ" sz="2600" b="0" dirty="0">
                  <a:solidFill>
                    <a:schemeClr val="tx1"/>
                  </a:solidFill>
                  <a:latin typeface="Calibri" panose="020F0502020204030204" pitchFamily="34" charset="0"/>
                  <a:ea typeface="Calibri" panose="020F0502020204030204" pitchFamily="34" charset="0"/>
                  <a:cs typeface="Calibri" panose="020F0502020204030204" pitchFamily="34" charset="0"/>
                </a:rPr>
                <a:t>Best Thift Stores</a:t>
              </a:r>
              <a:endParaRPr lang="en-US" sz="2600" b="0" dirty="0"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grpSp>
        <p:nvGrpSpPr>
          <p:cNvPr id="20" name="Group 19">
            <a:extLst>
              <a:ext uri="{FF2B5EF4-FFF2-40B4-BE49-F238E27FC236}">
                <a16:creationId xmlns:a16="http://schemas.microsoft.com/office/drawing/2014/main" id="{6F063C9D-5059-0FF6-76A0-6DE1D58A9854}"/>
              </a:ext>
            </a:extLst>
          </p:cNvPr>
          <p:cNvGrpSpPr/>
          <p:nvPr/>
        </p:nvGrpSpPr>
        <p:grpSpPr>
          <a:xfrm>
            <a:off x="1676400" y="5404908"/>
            <a:ext cx="8534973" cy="554650"/>
            <a:chOff x="533400" y="3524416"/>
            <a:chExt cx="8382573" cy="554650"/>
          </a:xfrm>
        </p:grpSpPr>
        <p:sp>
          <p:nvSpPr>
            <p:cNvPr id="19" name="Rectangle 18">
              <a:extLst>
                <a:ext uri="{FF2B5EF4-FFF2-40B4-BE49-F238E27FC236}">
                  <a16:creationId xmlns:a16="http://schemas.microsoft.com/office/drawing/2014/main" id="{C993289B-8431-7618-68F2-C34B3D032902}"/>
                </a:ext>
              </a:extLst>
            </p:cNvPr>
            <p:cNvSpPr/>
            <p:nvPr/>
          </p:nvSpPr>
          <p:spPr bwMode="auto">
            <a:xfrm>
              <a:off x="533400" y="3524416"/>
              <a:ext cx="8382573" cy="492443"/>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10" name="Group 9">
              <a:extLst>
                <a:ext uri="{FF2B5EF4-FFF2-40B4-BE49-F238E27FC236}">
                  <a16:creationId xmlns:a16="http://schemas.microsoft.com/office/drawing/2014/main" id="{6A0CEB5E-6E58-6C06-5F84-219D210DC010}"/>
                </a:ext>
              </a:extLst>
            </p:cNvPr>
            <p:cNvGrpSpPr/>
            <p:nvPr/>
          </p:nvGrpSpPr>
          <p:grpSpPr>
            <a:xfrm>
              <a:off x="838200" y="3571724"/>
              <a:ext cx="8077773" cy="507342"/>
              <a:chOff x="1980627" y="5487251"/>
              <a:chExt cx="8230746" cy="507342"/>
            </a:xfrm>
          </p:grpSpPr>
          <p:sp>
            <p:nvSpPr>
              <p:cNvPr id="12" name="TextBox 11">
                <a:extLst>
                  <a:ext uri="{FF2B5EF4-FFF2-40B4-BE49-F238E27FC236}">
                    <a16:creationId xmlns:a16="http://schemas.microsoft.com/office/drawing/2014/main" id="{685343B0-397D-C99A-8B84-4E74B2E1E9D4}"/>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D08DA674-7760-0720-3D2B-37961437C612}"/>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507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638FE-D73A-0B38-11A7-80DE4EEAE935}"/>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5A261B70-F526-BD81-5F27-30BE89293E68}"/>
              </a:ext>
            </a:extLst>
          </p:cNvPr>
          <p:cNvGrpSpPr/>
          <p:nvPr/>
        </p:nvGrpSpPr>
        <p:grpSpPr>
          <a:xfrm>
            <a:off x="1448520" y="5368071"/>
            <a:ext cx="8923843" cy="670622"/>
            <a:chOff x="1447800" y="5404769"/>
            <a:chExt cx="8914680" cy="633923"/>
          </a:xfrm>
        </p:grpSpPr>
        <p:sp>
          <p:nvSpPr>
            <p:cNvPr id="29" name="Rectangle 28">
              <a:extLst>
                <a:ext uri="{FF2B5EF4-FFF2-40B4-BE49-F238E27FC236}">
                  <a16:creationId xmlns:a16="http://schemas.microsoft.com/office/drawing/2014/main" id="{BE20CD9F-4349-36B3-0443-E7D4EC18B567}"/>
                </a:ext>
              </a:extLst>
            </p:cNvPr>
            <p:cNvSpPr/>
            <p:nvPr/>
          </p:nvSpPr>
          <p:spPr bwMode="auto">
            <a:xfrm>
              <a:off x="1447800" y="5404769"/>
              <a:ext cx="8914680" cy="633923"/>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6" name="Group 25">
              <a:extLst>
                <a:ext uri="{FF2B5EF4-FFF2-40B4-BE49-F238E27FC236}">
                  <a16:creationId xmlns:a16="http://schemas.microsoft.com/office/drawing/2014/main" id="{CE19A3FE-EF7C-2471-D8FE-B9E0C93B5471}"/>
                </a:ext>
              </a:extLst>
            </p:cNvPr>
            <p:cNvGrpSpPr/>
            <p:nvPr/>
          </p:nvGrpSpPr>
          <p:grpSpPr>
            <a:xfrm>
              <a:off x="1980627" y="5439769"/>
              <a:ext cx="8230746" cy="507342"/>
              <a:chOff x="1980627" y="5487251"/>
              <a:chExt cx="8230746" cy="507342"/>
            </a:xfrm>
          </p:grpSpPr>
          <p:sp>
            <p:nvSpPr>
              <p:cNvPr id="27" name="Rectangle 26">
                <a:extLst>
                  <a:ext uri="{FF2B5EF4-FFF2-40B4-BE49-F238E27FC236}">
                    <a16:creationId xmlns:a16="http://schemas.microsoft.com/office/drawing/2014/main" id="{2573A305-4835-939C-AA3E-696813B25E6F}"/>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C4C77072-A309-BF3F-C9C9-667D12419FF0}"/>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21" name="Group 20">
            <a:extLst>
              <a:ext uri="{FF2B5EF4-FFF2-40B4-BE49-F238E27FC236}">
                <a16:creationId xmlns:a16="http://schemas.microsoft.com/office/drawing/2014/main" id="{3FFF0743-6902-F3CD-0C2A-8C04806E10E8}"/>
              </a:ext>
            </a:extLst>
          </p:cNvPr>
          <p:cNvGrpSpPr/>
          <p:nvPr/>
        </p:nvGrpSpPr>
        <p:grpSpPr>
          <a:xfrm>
            <a:off x="1980627" y="5368070"/>
            <a:ext cx="8392098" cy="600329"/>
            <a:chOff x="1971102" y="4648200"/>
            <a:chExt cx="8392098" cy="600329"/>
          </a:xfrm>
        </p:grpSpPr>
        <p:sp>
          <p:nvSpPr>
            <p:cNvPr id="22" name="Rectangle 21">
              <a:extLst>
                <a:ext uri="{FF2B5EF4-FFF2-40B4-BE49-F238E27FC236}">
                  <a16:creationId xmlns:a16="http://schemas.microsoft.com/office/drawing/2014/main" id="{4F459A8E-FCF1-688D-F205-995E3C78B113}"/>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3" name="Group 22">
              <a:extLst>
                <a:ext uri="{FF2B5EF4-FFF2-40B4-BE49-F238E27FC236}">
                  <a16:creationId xmlns:a16="http://schemas.microsoft.com/office/drawing/2014/main" id="{14A51E74-D113-C33B-98AD-174DE944A869}"/>
                </a:ext>
              </a:extLst>
            </p:cNvPr>
            <p:cNvGrpSpPr/>
            <p:nvPr/>
          </p:nvGrpSpPr>
          <p:grpSpPr>
            <a:xfrm>
              <a:off x="1971102" y="4694267"/>
              <a:ext cx="8230746" cy="508193"/>
              <a:chOff x="1980627" y="5486400"/>
              <a:chExt cx="8230746" cy="508193"/>
            </a:xfrm>
          </p:grpSpPr>
          <p:sp>
            <p:nvSpPr>
              <p:cNvPr id="24" name="Rectangle 23">
                <a:extLst>
                  <a:ext uri="{FF2B5EF4-FFF2-40B4-BE49-F238E27FC236}">
                    <a16:creationId xmlns:a16="http://schemas.microsoft.com/office/drawing/2014/main" id="{86D331BE-12C1-9BC4-9CD3-D2CA5E0BED28}"/>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61661375-7979-19B7-F155-76CA02A9F69B}"/>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5" name="Zástupný symbol pro číslo snímku 4">
            <a:extLst>
              <a:ext uri="{FF2B5EF4-FFF2-40B4-BE49-F238E27FC236}">
                <a16:creationId xmlns:a16="http://schemas.microsoft.com/office/drawing/2014/main" id="{C9854EA8-8268-0FE3-AE45-05433F064A74}"/>
              </a:ext>
            </a:extLst>
          </p:cNvPr>
          <p:cNvSpPr>
            <a:spLocks noGrp="1"/>
          </p:cNvSpPr>
          <p:nvPr>
            <p:ph type="sldNum" sz="quarter" idx="11"/>
          </p:nvPr>
        </p:nvSpPr>
        <p:spPr/>
        <p:txBody>
          <a:bodyPr/>
          <a:lstStyle/>
          <a:p>
            <a:fld id="{7C839148-7006-41C4-ABC2-D2A9F4595A63}" type="slidenum">
              <a:rPr lang="en-US" altLang="cs-CZ" smtClean="0"/>
              <a:pPr/>
              <a:t>22</a:t>
            </a:fld>
            <a:endParaRPr lang="en-US" altLang="cs-CZ" dirty="0"/>
          </a:p>
        </p:txBody>
      </p:sp>
      <p:sp>
        <p:nvSpPr>
          <p:cNvPr id="9" name="TextBox 8">
            <a:extLst>
              <a:ext uri="{FF2B5EF4-FFF2-40B4-BE49-F238E27FC236}">
                <a16:creationId xmlns:a16="http://schemas.microsoft.com/office/drawing/2014/main" id="{34D6DA7F-1168-000C-9453-06759DD324D1}"/>
              </a:ext>
            </a:extLst>
          </p:cNvPr>
          <p:cNvSpPr txBox="1"/>
          <p:nvPr/>
        </p:nvSpPr>
        <p:spPr>
          <a:xfrm>
            <a:off x="685800" y="24103"/>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Width</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5AEFEFA-0858-5DDC-D392-8AC09B98B18F}"/>
                  </a:ext>
                </a:extLst>
              </p14:cNvPr>
              <p14:cNvContentPartPr/>
              <p14:nvPr/>
            </p14:nvContentPartPr>
            <p14:xfrm>
              <a:off x="4428566" y="1776137"/>
              <a:ext cx="360" cy="360"/>
            </p14:xfrm>
          </p:contentPart>
        </mc:Choice>
        <mc:Fallback xmlns="">
          <p:pic>
            <p:nvPicPr>
              <p:cNvPr id="6" name="Ink 5">
                <a:extLst>
                  <a:ext uri="{FF2B5EF4-FFF2-40B4-BE49-F238E27FC236}">
                    <a16:creationId xmlns:a16="http://schemas.microsoft.com/office/drawing/2014/main" id="{65AEFEFA-0858-5DDC-D392-8AC09B98B18F}"/>
                  </a:ext>
                </a:extLst>
              </p:cNvPr>
              <p:cNvPicPr/>
              <p:nvPr/>
            </p:nvPicPr>
            <p:blipFill>
              <a:blip r:embed="rId4"/>
              <a:stretch>
                <a:fillRect/>
              </a:stretch>
            </p:blipFill>
            <p:spPr>
              <a:xfrm>
                <a:off x="4422446" y="1770017"/>
                <a:ext cx="12600" cy="12600"/>
              </a:xfrm>
              <a:prstGeom prst="rect">
                <a:avLst/>
              </a:prstGeom>
            </p:spPr>
          </p:pic>
        </mc:Fallback>
      </mc:AlternateContent>
      <p:pic>
        <p:nvPicPr>
          <p:cNvPr id="7170" name="Picture 2" descr="A bottom navigation bar with four icons using narrow label text under the icons">
            <a:extLst>
              <a:ext uri="{FF2B5EF4-FFF2-40B4-BE49-F238E27FC236}">
                <a16:creationId xmlns:a16="http://schemas.microsoft.com/office/drawing/2014/main" id="{7DD52C58-C157-7EB0-DD65-0410E87322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2681" y="1144738"/>
            <a:ext cx="6838950" cy="4087022"/>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F45A1340-3EE5-8989-8EB4-5755D19F8723}"/>
              </a:ext>
            </a:extLst>
          </p:cNvPr>
          <p:cNvGrpSpPr/>
          <p:nvPr/>
        </p:nvGrpSpPr>
        <p:grpSpPr>
          <a:xfrm>
            <a:off x="4404712" y="2758064"/>
            <a:ext cx="3420462" cy="840213"/>
            <a:chOff x="4404712" y="2758064"/>
            <a:chExt cx="3420462" cy="840213"/>
          </a:xfrm>
        </p:grpSpPr>
        <p:pic>
          <p:nvPicPr>
            <p:cNvPr id="8" name="Graphic 7" descr="Chess pieces outline">
              <a:extLst>
                <a:ext uri="{FF2B5EF4-FFF2-40B4-BE49-F238E27FC236}">
                  <a16:creationId xmlns:a16="http://schemas.microsoft.com/office/drawing/2014/main" id="{0821063A-CF92-3045-17AE-57B72B89AA1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57980" y="2758064"/>
              <a:ext cx="612000" cy="612000"/>
            </a:xfrm>
            <a:prstGeom prst="rect">
              <a:avLst/>
            </a:prstGeom>
          </p:spPr>
        </p:pic>
        <p:pic>
          <p:nvPicPr>
            <p:cNvPr id="12" name="Graphic 11" descr="Angry face outline outline">
              <a:extLst>
                <a:ext uri="{FF2B5EF4-FFF2-40B4-BE49-F238E27FC236}">
                  <a16:creationId xmlns:a16="http://schemas.microsoft.com/office/drawing/2014/main" id="{8F23CD0A-9C7F-B6D7-D9FB-5F79625AF1D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4436" y="2758064"/>
              <a:ext cx="612000" cy="612000"/>
            </a:xfrm>
            <a:prstGeom prst="rect">
              <a:avLst/>
            </a:prstGeom>
          </p:spPr>
        </p:pic>
        <p:pic>
          <p:nvPicPr>
            <p:cNvPr id="14" name="Graphic 13" descr="Crab outline">
              <a:extLst>
                <a:ext uri="{FF2B5EF4-FFF2-40B4-BE49-F238E27FC236}">
                  <a16:creationId xmlns:a16="http://schemas.microsoft.com/office/drawing/2014/main" id="{2F6C4771-76D4-FDB7-0DCF-60D9EC68A76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11837" y="2758064"/>
              <a:ext cx="612000" cy="612000"/>
            </a:xfrm>
            <a:prstGeom prst="rect">
              <a:avLst/>
            </a:prstGeom>
          </p:spPr>
        </p:pic>
        <p:sp>
          <p:nvSpPr>
            <p:cNvPr id="15" name="TextBox 14">
              <a:extLst>
                <a:ext uri="{FF2B5EF4-FFF2-40B4-BE49-F238E27FC236}">
                  <a16:creationId xmlns:a16="http://schemas.microsoft.com/office/drawing/2014/main" id="{FB7786B7-4F45-597D-8F26-5A85978CE2C0}"/>
                </a:ext>
              </a:extLst>
            </p:cNvPr>
            <p:cNvSpPr txBox="1"/>
            <p:nvPr/>
          </p:nvSpPr>
          <p:spPr>
            <a:xfrm>
              <a:off x="4404712" y="3259723"/>
              <a:ext cx="619125" cy="338554"/>
            </a:xfrm>
            <a:prstGeom prst="rect">
              <a:avLst/>
            </a:prstGeom>
            <a:noFill/>
          </p:spPr>
          <p:txBody>
            <a:bodyPr wrap="square" rtlCol="0">
              <a:spAutoFit/>
            </a:bodyPr>
            <a:lstStyle/>
            <a:p>
              <a:pPr algn="l">
                <a:buNone/>
              </a:pPr>
              <a:r>
                <a:rPr lang="en-GB" sz="1600" b="0" dirty="0">
                  <a:solidFill>
                    <a:schemeClr val="tx1"/>
                  </a:solidFill>
                  <a:latin typeface="Calibri" panose="020F0502020204030204" pitchFamily="34" charset="0"/>
                  <a:ea typeface="Calibri" panose="020F0502020204030204" pitchFamily="34" charset="0"/>
                  <a:cs typeface="Calibri" panose="020F0502020204030204" pitchFamily="34" charset="0"/>
                </a:rPr>
                <a:t>Crab</a:t>
              </a:r>
              <a:endParaRPr lang="en-US" sz="1600" b="0" dirty="0"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61C42AD-8496-4B70-F689-422A4C6BAED5}"/>
                </a:ext>
              </a:extLst>
            </p:cNvPr>
            <p:cNvSpPr txBox="1"/>
            <p:nvPr/>
          </p:nvSpPr>
          <p:spPr>
            <a:xfrm>
              <a:off x="5557980" y="3259723"/>
              <a:ext cx="710738" cy="338554"/>
            </a:xfrm>
            <a:prstGeom prst="rect">
              <a:avLst/>
            </a:prstGeom>
            <a:noFill/>
          </p:spPr>
          <p:txBody>
            <a:bodyPr wrap="square" rtlCol="0">
              <a:spAutoFit/>
            </a:bodyPr>
            <a:lstStyle/>
            <a:p>
              <a:pPr algn="l">
                <a:buNone/>
              </a:pPr>
              <a:r>
                <a:rPr lang="en-GB" sz="1600" b="0" dirty="0">
                  <a:solidFill>
                    <a:schemeClr val="tx1"/>
                  </a:solidFill>
                  <a:latin typeface="Calibri" panose="020F0502020204030204" pitchFamily="34" charset="0"/>
                  <a:ea typeface="Calibri" panose="020F0502020204030204" pitchFamily="34" charset="0"/>
                  <a:cs typeface="Calibri" panose="020F0502020204030204" pitchFamily="34" charset="0"/>
                </a:rPr>
                <a:t>Chess</a:t>
              </a:r>
              <a:endParaRPr lang="en-US" sz="1600" b="0" dirty="0"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CFE882C6-984D-D00B-4BD8-DE589FC4319F}"/>
                </a:ext>
              </a:extLst>
            </p:cNvPr>
            <p:cNvSpPr txBox="1"/>
            <p:nvPr/>
          </p:nvSpPr>
          <p:spPr>
            <a:xfrm>
              <a:off x="7114436" y="3259723"/>
              <a:ext cx="710738" cy="338554"/>
            </a:xfrm>
            <a:prstGeom prst="rect">
              <a:avLst/>
            </a:prstGeom>
            <a:noFill/>
          </p:spPr>
          <p:txBody>
            <a:bodyPr wrap="square" rtlCol="0">
              <a:spAutoFit/>
            </a:bodyPr>
            <a:lstStyle/>
            <a:p>
              <a:pPr algn="l">
                <a:buNone/>
              </a:pPr>
              <a:r>
                <a:rPr lang="en-GB" sz="1600" b="0" dirty="0" err="1">
                  <a:solidFill>
                    <a:schemeClr val="tx1"/>
                  </a:solidFill>
                  <a:latin typeface="Calibri" panose="020F0502020204030204" pitchFamily="34" charset="0"/>
                  <a:ea typeface="Calibri" panose="020F0502020204030204" pitchFamily="34" charset="0"/>
                  <a:cs typeface="Calibri" panose="020F0502020204030204" pitchFamily="34" charset="0"/>
                </a:rPr>
                <a:t>Wou</a:t>
              </a:r>
              <a:endParaRPr lang="en-US" sz="1600" b="0" dirty="0" err="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966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71F6B5-5AE7-766C-9C6F-BD84F8FF9FD8}"/>
              </a:ext>
            </a:extLst>
          </p:cNvPr>
          <p:cNvSpPr>
            <a:spLocks noGrp="1"/>
          </p:cNvSpPr>
          <p:nvPr>
            <p:ph type="sldNum" sz="quarter" idx="11"/>
          </p:nvPr>
        </p:nvSpPr>
        <p:spPr/>
        <p:txBody>
          <a:bodyPr/>
          <a:lstStyle/>
          <a:p>
            <a:fld id="{7C839148-7006-41C4-ABC2-D2A9F4595A63}" type="slidenum">
              <a:rPr lang="en-US" altLang="cs-CZ" smtClean="0"/>
              <a:pPr/>
              <a:t>23</a:t>
            </a:fld>
            <a:endParaRPr lang="en-US" altLang="cs-CZ"/>
          </a:p>
        </p:txBody>
      </p:sp>
      <p:sp>
        <p:nvSpPr>
          <p:cNvPr id="13" name="TextBox 12">
            <a:extLst>
              <a:ext uri="{FF2B5EF4-FFF2-40B4-BE49-F238E27FC236}">
                <a16:creationId xmlns:a16="http://schemas.microsoft.com/office/drawing/2014/main" id="{C8FCA974-A478-B741-4C01-1FF269AE307F}"/>
              </a:ext>
            </a:extLst>
          </p:cNvPr>
          <p:cNvSpPr txBox="1"/>
          <p:nvPr/>
        </p:nvSpPr>
        <p:spPr>
          <a:xfrm>
            <a:off x="685800" y="24103"/>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Optical size</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5122" name="Picture 2" descr="Two paragraphs of text set with an optical size larger than the type size">
            <a:extLst>
              <a:ext uri="{FF2B5EF4-FFF2-40B4-BE49-F238E27FC236}">
                <a16:creationId xmlns:a16="http://schemas.microsoft.com/office/drawing/2014/main" id="{4B15DC18-A34B-CFF5-9B09-B9D802ABF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619" y="1169318"/>
            <a:ext cx="6610350" cy="395040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D556F209-C9CB-A18A-60AE-C9E20FA34CFA}"/>
              </a:ext>
            </a:extLst>
          </p:cNvPr>
          <p:cNvGrpSpPr/>
          <p:nvPr/>
        </p:nvGrpSpPr>
        <p:grpSpPr>
          <a:xfrm>
            <a:off x="1899951" y="5562600"/>
            <a:ext cx="8392098" cy="600329"/>
            <a:chOff x="1971102" y="4648200"/>
            <a:chExt cx="8392098" cy="600329"/>
          </a:xfrm>
        </p:grpSpPr>
        <p:sp>
          <p:nvSpPr>
            <p:cNvPr id="3" name="Rectangle 2">
              <a:extLst>
                <a:ext uri="{FF2B5EF4-FFF2-40B4-BE49-F238E27FC236}">
                  <a16:creationId xmlns:a16="http://schemas.microsoft.com/office/drawing/2014/main" id="{FB4989E0-6AE8-D44B-09B3-0C1009700828}"/>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5" name="Group 4">
              <a:extLst>
                <a:ext uri="{FF2B5EF4-FFF2-40B4-BE49-F238E27FC236}">
                  <a16:creationId xmlns:a16="http://schemas.microsoft.com/office/drawing/2014/main" id="{481B0C5D-054B-66E3-EE3E-86A3A9018137}"/>
                </a:ext>
              </a:extLst>
            </p:cNvPr>
            <p:cNvGrpSpPr/>
            <p:nvPr/>
          </p:nvGrpSpPr>
          <p:grpSpPr>
            <a:xfrm>
              <a:off x="1971102" y="4694267"/>
              <a:ext cx="8230746" cy="508193"/>
              <a:chOff x="1980627" y="5486400"/>
              <a:chExt cx="8230746" cy="508193"/>
            </a:xfrm>
          </p:grpSpPr>
          <p:sp>
            <p:nvSpPr>
              <p:cNvPr id="6" name="Rectangle 5">
                <a:extLst>
                  <a:ext uri="{FF2B5EF4-FFF2-40B4-BE49-F238E27FC236}">
                    <a16:creationId xmlns:a16="http://schemas.microsoft.com/office/drawing/2014/main" id="{DAFC1CA2-172B-46C0-E60E-B136444C5C5B}"/>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5C31E08-1BE7-CC23-F2FE-5C15A94ABB81}"/>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078042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A394E-3008-CA7D-847B-ADA38B109DFF}"/>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36B957CE-BD45-BE8E-A586-99A8DCAB0676}"/>
              </a:ext>
            </a:extLst>
          </p:cNvPr>
          <p:cNvSpPr>
            <a:spLocks noGrp="1"/>
          </p:cNvSpPr>
          <p:nvPr>
            <p:ph type="sldNum" sz="quarter" idx="11"/>
          </p:nvPr>
        </p:nvSpPr>
        <p:spPr/>
        <p:txBody>
          <a:bodyPr/>
          <a:lstStyle/>
          <a:p>
            <a:fld id="{7C839148-7006-41C4-ABC2-D2A9F4595A63}" type="slidenum">
              <a:rPr lang="en-US" altLang="cs-CZ" smtClean="0"/>
              <a:pPr/>
              <a:t>24</a:t>
            </a:fld>
            <a:endParaRPr lang="en-US" altLang="cs-CZ" dirty="0"/>
          </a:p>
        </p:txBody>
      </p:sp>
      <p:sp>
        <p:nvSpPr>
          <p:cNvPr id="9" name="TextBox 8">
            <a:extLst>
              <a:ext uri="{FF2B5EF4-FFF2-40B4-BE49-F238E27FC236}">
                <a16:creationId xmlns:a16="http://schemas.microsoft.com/office/drawing/2014/main" id="{2ECE87BE-143B-DB8B-7102-6A3FDD55B224}"/>
              </a:ext>
            </a:extLst>
          </p:cNvPr>
          <p:cNvSpPr txBox="1"/>
          <p:nvPr/>
        </p:nvSpPr>
        <p:spPr>
          <a:xfrm>
            <a:off x="685800" y="24103"/>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Optical size</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217EA3E-A4A4-7552-F13E-F0E657167BFA}"/>
                  </a:ext>
                </a:extLst>
              </p14:cNvPr>
              <p14:cNvContentPartPr/>
              <p14:nvPr/>
            </p14:nvContentPartPr>
            <p14:xfrm>
              <a:off x="4428566" y="1776137"/>
              <a:ext cx="360" cy="360"/>
            </p14:xfrm>
          </p:contentPart>
        </mc:Choice>
        <mc:Fallback xmlns="">
          <p:pic>
            <p:nvPicPr>
              <p:cNvPr id="6" name="Ink 5">
                <a:extLst>
                  <a:ext uri="{FF2B5EF4-FFF2-40B4-BE49-F238E27FC236}">
                    <a16:creationId xmlns:a16="http://schemas.microsoft.com/office/drawing/2014/main" id="{E217EA3E-A4A4-7552-F13E-F0E657167BFA}"/>
                  </a:ext>
                </a:extLst>
              </p:cNvPr>
              <p:cNvPicPr/>
              <p:nvPr/>
            </p:nvPicPr>
            <p:blipFill>
              <a:blip r:embed="rId4"/>
              <a:stretch>
                <a:fillRect/>
              </a:stretch>
            </p:blipFill>
            <p:spPr>
              <a:xfrm>
                <a:off x="4422446" y="177001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9A8D4F19-0C24-3456-09AE-EE579228885E}"/>
                  </a:ext>
                </a:extLst>
              </p14:cNvPr>
              <p14:cNvContentPartPr/>
              <p14:nvPr/>
            </p14:nvContentPartPr>
            <p14:xfrm>
              <a:off x="6204446" y="2377337"/>
              <a:ext cx="360" cy="360"/>
            </p14:xfrm>
          </p:contentPart>
        </mc:Choice>
        <mc:Fallback xmlns="">
          <p:pic>
            <p:nvPicPr>
              <p:cNvPr id="7" name="Ink 6">
                <a:extLst>
                  <a:ext uri="{FF2B5EF4-FFF2-40B4-BE49-F238E27FC236}">
                    <a16:creationId xmlns:a16="http://schemas.microsoft.com/office/drawing/2014/main" id="{9A8D4F19-0C24-3456-09AE-EE579228885E}"/>
                  </a:ext>
                </a:extLst>
              </p:cNvPr>
              <p:cNvPicPr/>
              <p:nvPr/>
            </p:nvPicPr>
            <p:blipFill>
              <a:blip r:embed="rId4"/>
              <a:stretch>
                <a:fillRect/>
              </a:stretch>
            </p:blipFill>
            <p:spPr>
              <a:xfrm>
                <a:off x="6198326" y="2371217"/>
                <a:ext cx="12600" cy="12600"/>
              </a:xfrm>
              <a:prstGeom prst="rect">
                <a:avLst/>
              </a:prstGeom>
            </p:spPr>
          </p:pic>
        </mc:Fallback>
      </mc:AlternateContent>
      <p:pic>
        <p:nvPicPr>
          <p:cNvPr id="4098" name="Picture 2" descr="The words “massive” and “tiny” with optical sizes that match their type size">
            <a:extLst>
              <a:ext uri="{FF2B5EF4-FFF2-40B4-BE49-F238E27FC236}">
                <a16:creationId xmlns:a16="http://schemas.microsoft.com/office/drawing/2014/main" id="{AC3671A8-5979-5542-C6C4-ECA35A1336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7985" y="1392992"/>
            <a:ext cx="5592921" cy="334238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29EC4507-2B0D-D3F7-3B74-557E09A0763E}"/>
              </a:ext>
            </a:extLst>
          </p:cNvPr>
          <p:cNvGrpSpPr/>
          <p:nvPr/>
        </p:nvGrpSpPr>
        <p:grpSpPr>
          <a:xfrm>
            <a:off x="1447800" y="5982844"/>
            <a:ext cx="9068439" cy="417856"/>
            <a:chOff x="1980627" y="5487251"/>
            <a:chExt cx="8230746" cy="507342"/>
          </a:xfrm>
        </p:grpSpPr>
        <p:sp>
          <p:nvSpPr>
            <p:cNvPr id="4" name="Rectangle 3">
              <a:extLst>
                <a:ext uri="{FF2B5EF4-FFF2-40B4-BE49-F238E27FC236}">
                  <a16:creationId xmlns:a16="http://schemas.microsoft.com/office/drawing/2014/main" id="{0B28C795-5A97-018A-6A41-79419CB8ACA7}"/>
                </a:ext>
              </a:extLst>
            </p:cNvPr>
            <p:cNvSpPr/>
            <p:nvPr/>
          </p:nvSpPr>
          <p:spPr bwMode="auto">
            <a:xfrm>
              <a:off x="2066925" y="5487251"/>
              <a:ext cx="8144448" cy="152400"/>
            </a:xfrm>
            <a:prstGeom prst="rect">
              <a:avLst/>
            </a:prstGeom>
            <a:solidFill>
              <a:srgbClr val="00B05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0D87F059-F50D-3CA0-D85B-14C93BA321D8}"/>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00B050"/>
                  </a:solidFill>
                  <a:latin typeface="Calibri" panose="020F0502020204030204" pitchFamily="34" charset="0"/>
                  <a:ea typeface="Calibri" panose="020F0502020204030204" pitchFamily="34" charset="0"/>
                  <a:cs typeface="Calibri" panose="020F0502020204030204" pitchFamily="34" charset="0"/>
                </a:rPr>
                <a:t>Do</a:t>
              </a:r>
              <a:r>
                <a:rPr lang="en-GB" sz="1800" b="0" dirty="0">
                  <a:solidFill>
                    <a:srgbClr val="00B050"/>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953183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F9D05-5A40-5068-4514-BECDFAB8A99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843EFE9-13B9-B1C7-719B-2804535E1B62}"/>
              </a:ext>
            </a:extLst>
          </p:cNvPr>
          <p:cNvGrpSpPr/>
          <p:nvPr/>
        </p:nvGrpSpPr>
        <p:grpSpPr>
          <a:xfrm>
            <a:off x="1437952" y="6090984"/>
            <a:ext cx="9316091" cy="600329"/>
            <a:chOff x="1971102" y="4648200"/>
            <a:chExt cx="8392098" cy="600329"/>
          </a:xfrm>
        </p:grpSpPr>
        <p:sp>
          <p:nvSpPr>
            <p:cNvPr id="8" name="Rectangle 7">
              <a:extLst>
                <a:ext uri="{FF2B5EF4-FFF2-40B4-BE49-F238E27FC236}">
                  <a16:creationId xmlns:a16="http://schemas.microsoft.com/office/drawing/2014/main" id="{2208561C-07C0-3768-6128-944EB25AC655}"/>
                </a:ext>
              </a:extLst>
            </p:cNvPr>
            <p:cNvSpPr/>
            <p:nvPr/>
          </p:nvSpPr>
          <p:spPr bwMode="auto">
            <a:xfrm>
              <a:off x="1980627" y="4648200"/>
              <a:ext cx="8382573" cy="600329"/>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grpSp>
          <p:nvGrpSpPr>
            <p:cNvPr id="9" name="Group 8">
              <a:extLst>
                <a:ext uri="{FF2B5EF4-FFF2-40B4-BE49-F238E27FC236}">
                  <a16:creationId xmlns:a16="http://schemas.microsoft.com/office/drawing/2014/main" id="{CB06D5B5-A43E-AB36-FE3F-AB0A4A1A385B}"/>
                </a:ext>
              </a:extLst>
            </p:cNvPr>
            <p:cNvGrpSpPr/>
            <p:nvPr/>
          </p:nvGrpSpPr>
          <p:grpSpPr>
            <a:xfrm>
              <a:off x="1971102" y="4694267"/>
              <a:ext cx="8230746" cy="508193"/>
              <a:chOff x="1980627" y="5486400"/>
              <a:chExt cx="8230746" cy="508193"/>
            </a:xfrm>
          </p:grpSpPr>
          <p:sp>
            <p:nvSpPr>
              <p:cNvPr id="10" name="Rectangle 9">
                <a:extLst>
                  <a:ext uri="{FF2B5EF4-FFF2-40B4-BE49-F238E27FC236}">
                    <a16:creationId xmlns:a16="http://schemas.microsoft.com/office/drawing/2014/main" id="{6456CE45-9E05-8C1E-FA98-2B9C6FADF183}"/>
                  </a:ext>
                </a:extLst>
              </p:cNvPr>
              <p:cNvSpPr/>
              <p:nvPr/>
            </p:nvSpPr>
            <p:spPr bwMode="auto">
              <a:xfrm>
                <a:off x="2066925" y="5486400"/>
                <a:ext cx="8144448" cy="152400"/>
              </a:xfrm>
              <a:prstGeom prst="rect">
                <a:avLst/>
              </a:prstGeom>
              <a:solidFill>
                <a:srgbClr val="D32F2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20000"/>
                  </a:spcBef>
                  <a:spcAft>
                    <a:spcPct val="0"/>
                  </a:spcAft>
                  <a:buClrTx/>
                  <a:buSzTx/>
                  <a:buNone/>
                  <a:tabLst/>
                </a:pPr>
                <a:endParaRPr kumimoji="0" lang="en-US" sz="2400" b="0" i="0" u="none" strike="noStrike" cap="none" normalizeH="0" baseline="0" dirty="0" err="1">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BDF2F96-1318-E521-E76D-EE9BB004E80A}"/>
                  </a:ext>
                </a:extLst>
              </p:cNvPr>
              <p:cNvSpPr txBox="1"/>
              <p:nvPr/>
            </p:nvSpPr>
            <p:spPr>
              <a:xfrm>
                <a:off x="1980627" y="5625261"/>
                <a:ext cx="1125096" cy="369332"/>
              </a:xfrm>
              <a:prstGeom prst="rect">
                <a:avLst/>
              </a:prstGeom>
              <a:noFill/>
            </p:spPr>
            <p:txBody>
              <a:bodyPr wrap="square" rtlCol="0">
                <a:spAutoFit/>
              </a:bodyPr>
              <a:lstStyle/>
              <a:p>
                <a:pPr algn="l">
                  <a:buNone/>
                </a:pPr>
                <a:r>
                  <a:rPr lang="cs-CZ" sz="1800" b="0" dirty="0">
                    <a:solidFill>
                      <a:srgbClr val="D32F2F"/>
                    </a:solidFill>
                    <a:latin typeface="Calibri" panose="020F0502020204030204" pitchFamily="34" charset="0"/>
                    <a:ea typeface="Calibri" panose="020F0502020204030204" pitchFamily="34" charset="0"/>
                    <a:cs typeface="Calibri" panose="020F0502020204030204" pitchFamily="34" charset="0"/>
                  </a:rPr>
                  <a:t>Do</a:t>
                </a:r>
                <a:r>
                  <a:rPr lang="en-GB" sz="1800" b="0" dirty="0" err="1">
                    <a:solidFill>
                      <a:srgbClr val="D32F2F"/>
                    </a:solidFill>
                    <a:latin typeface="Calibri" panose="020F0502020204030204" pitchFamily="34" charset="0"/>
                    <a:ea typeface="Calibri" panose="020F0502020204030204" pitchFamily="34" charset="0"/>
                    <a:cs typeface="Calibri" panose="020F0502020204030204" pitchFamily="34" charset="0"/>
                  </a:rPr>
                  <a:t>n’t</a:t>
                </a:r>
                <a:r>
                  <a:rPr lang="en-GB" sz="1800" b="0" dirty="0">
                    <a:solidFill>
                      <a:srgbClr val="D32F2F"/>
                    </a:solidFill>
                    <a:latin typeface="Calibri" panose="020F0502020204030204" pitchFamily="34" charset="0"/>
                    <a:ea typeface="Calibri" panose="020F0502020204030204" pitchFamily="34" charset="0"/>
                    <a:cs typeface="Calibri" panose="020F0502020204030204" pitchFamily="34" charset="0"/>
                  </a:rPr>
                  <a:t> </a:t>
                </a:r>
                <a:endParaRPr lang="en-US" sz="1800" b="0" dirty="0" err="1">
                  <a:solidFill>
                    <a:srgbClr val="D32F2F"/>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5" name="Zástupný symbol pro číslo snímku 4">
            <a:extLst>
              <a:ext uri="{FF2B5EF4-FFF2-40B4-BE49-F238E27FC236}">
                <a16:creationId xmlns:a16="http://schemas.microsoft.com/office/drawing/2014/main" id="{EB922610-ACCE-A4DE-D7B9-073983414FA8}"/>
              </a:ext>
            </a:extLst>
          </p:cNvPr>
          <p:cNvSpPr>
            <a:spLocks noGrp="1"/>
          </p:cNvSpPr>
          <p:nvPr>
            <p:ph type="sldNum" sz="quarter" idx="11"/>
          </p:nvPr>
        </p:nvSpPr>
        <p:spPr/>
        <p:txBody>
          <a:bodyPr/>
          <a:lstStyle/>
          <a:p>
            <a:fld id="{7C839148-7006-41C4-ABC2-D2A9F4595A63}" type="slidenum">
              <a:rPr lang="en-US" altLang="cs-CZ" smtClean="0"/>
              <a:pPr/>
              <a:t>25</a:t>
            </a:fld>
            <a:endParaRPr lang="en-US" altLang="cs-CZ"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81C45EB-80F0-8DEA-9EF4-3613CC5EFAAD}"/>
                  </a:ext>
                </a:extLst>
              </p14:cNvPr>
              <p14:cNvContentPartPr/>
              <p14:nvPr/>
            </p14:nvContentPartPr>
            <p14:xfrm>
              <a:off x="4428566" y="1776137"/>
              <a:ext cx="360" cy="360"/>
            </p14:xfrm>
          </p:contentPart>
        </mc:Choice>
        <mc:Fallback xmlns="">
          <p:pic>
            <p:nvPicPr>
              <p:cNvPr id="6" name="Ink 5">
                <a:extLst>
                  <a:ext uri="{FF2B5EF4-FFF2-40B4-BE49-F238E27FC236}">
                    <a16:creationId xmlns:a16="http://schemas.microsoft.com/office/drawing/2014/main" id="{581C45EB-80F0-8DEA-9EF4-3613CC5EFAAD}"/>
                  </a:ext>
                </a:extLst>
              </p:cNvPr>
              <p:cNvPicPr/>
              <p:nvPr/>
            </p:nvPicPr>
            <p:blipFill>
              <a:blip r:embed="rId4"/>
              <a:stretch>
                <a:fillRect/>
              </a:stretch>
            </p:blipFill>
            <p:spPr>
              <a:xfrm>
                <a:off x="4422446" y="177001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96B78448-AC78-4417-4FC7-D562F9B64C7D}"/>
                  </a:ext>
                </a:extLst>
              </p14:cNvPr>
              <p14:cNvContentPartPr/>
              <p14:nvPr/>
            </p14:nvContentPartPr>
            <p14:xfrm>
              <a:off x="6204446" y="2377337"/>
              <a:ext cx="360" cy="360"/>
            </p14:xfrm>
          </p:contentPart>
        </mc:Choice>
        <mc:Fallback xmlns="">
          <p:pic>
            <p:nvPicPr>
              <p:cNvPr id="7" name="Ink 6">
                <a:extLst>
                  <a:ext uri="{FF2B5EF4-FFF2-40B4-BE49-F238E27FC236}">
                    <a16:creationId xmlns:a16="http://schemas.microsoft.com/office/drawing/2014/main" id="{96B78448-AC78-4417-4FC7-D562F9B64C7D}"/>
                  </a:ext>
                </a:extLst>
              </p:cNvPr>
              <p:cNvPicPr/>
              <p:nvPr/>
            </p:nvPicPr>
            <p:blipFill>
              <a:blip r:embed="rId4"/>
              <a:stretch>
                <a:fillRect/>
              </a:stretch>
            </p:blipFill>
            <p:spPr>
              <a:xfrm>
                <a:off x="6198326" y="2371217"/>
                <a:ext cx="12600" cy="12600"/>
              </a:xfrm>
              <a:prstGeom prst="rect">
                <a:avLst/>
              </a:prstGeom>
            </p:spPr>
          </p:pic>
        </mc:Fallback>
      </mc:AlternateContent>
      <p:pic>
        <p:nvPicPr>
          <p:cNvPr id="23554" name="Picture 2" descr="Symbol shown in smaller size than text">
            <a:extLst>
              <a:ext uri="{FF2B5EF4-FFF2-40B4-BE49-F238E27FC236}">
                <a16:creationId xmlns:a16="http://schemas.microsoft.com/office/drawing/2014/main" id="{516E3BD6-16A8-F2AB-7DF9-5BD07F0F2D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125" y="1143000"/>
            <a:ext cx="7905750" cy="472455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EEECA1A-1175-6DCC-1A4A-A69B04D5DA45}"/>
              </a:ext>
            </a:extLst>
          </p:cNvPr>
          <p:cNvSpPr txBox="1"/>
          <p:nvPr/>
        </p:nvSpPr>
        <p:spPr>
          <a:xfrm>
            <a:off x="685800" y="24103"/>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Size</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Symbol and text with the same weight">
            <a:extLst>
              <a:ext uri="{FF2B5EF4-FFF2-40B4-BE49-F238E27FC236}">
                <a16:creationId xmlns:a16="http://schemas.microsoft.com/office/drawing/2014/main" id="{325BBD2C-3337-787B-F70E-DBC26810C35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3124" y="1143000"/>
            <a:ext cx="7905749" cy="4724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35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A6A7D-9C38-427A-B73D-B8D667D31533}"/>
            </a:ext>
          </a:extLst>
        </p:cNvPr>
        <p:cNvGrpSpPr/>
        <p:nvPr/>
      </p:nvGrpSpPr>
      <p:grpSpPr>
        <a:xfrm>
          <a:off x="0" y="0"/>
          <a:ext cx="0" cy="0"/>
          <a:chOff x="0" y="0"/>
          <a:chExt cx="0" cy="0"/>
        </a:xfrm>
      </p:grpSpPr>
      <p:sp>
        <p:nvSpPr>
          <p:cNvPr id="5" name="Zástupný symbol pro číslo snímku 4">
            <a:extLst>
              <a:ext uri="{FF2B5EF4-FFF2-40B4-BE49-F238E27FC236}">
                <a16:creationId xmlns:a16="http://schemas.microsoft.com/office/drawing/2014/main" id="{6A15CE7E-0513-69BB-CD75-C91FE7C01578}"/>
              </a:ext>
            </a:extLst>
          </p:cNvPr>
          <p:cNvSpPr>
            <a:spLocks noGrp="1"/>
          </p:cNvSpPr>
          <p:nvPr>
            <p:ph type="sldNum" sz="quarter" idx="11"/>
          </p:nvPr>
        </p:nvSpPr>
        <p:spPr/>
        <p:txBody>
          <a:bodyPr/>
          <a:lstStyle/>
          <a:p>
            <a:fld id="{7C839148-7006-41C4-ABC2-D2A9F4595A63}" type="slidenum">
              <a:rPr lang="en-US" altLang="cs-CZ" smtClean="0"/>
              <a:pPr/>
              <a:t>26</a:t>
            </a:fld>
            <a:endParaRPr lang="en-US" altLang="cs-CZ" dirty="0"/>
          </a:p>
        </p:txBody>
      </p:sp>
      <p:pic>
        <p:nvPicPr>
          <p:cNvPr id="3" name="Picture 2">
            <a:extLst>
              <a:ext uri="{FF2B5EF4-FFF2-40B4-BE49-F238E27FC236}">
                <a16:creationId xmlns:a16="http://schemas.microsoft.com/office/drawing/2014/main" id="{E7F3A948-8C7F-6BE1-9BC8-C7FBCB4E66AA}"/>
              </a:ext>
            </a:extLst>
          </p:cNvPr>
          <p:cNvPicPr>
            <a:picLocks noChangeAspect="1"/>
          </p:cNvPicPr>
          <p:nvPr/>
        </p:nvPicPr>
        <p:blipFill>
          <a:blip r:embed="rId3"/>
          <a:stretch>
            <a:fillRect/>
          </a:stretch>
        </p:blipFill>
        <p:spPr>
          <a:xfrm>
            <a:off x="2590800" y="914400"/>
            <a:ext cx="4249753" cy="5334000"/>
          </a:xfrm>
          <a:prstGeom prst="rect">
            <a:avLst/>
          </a:prstGeom>
        </p:spPr>
      </p:pic>
      <p:sp>
        <p:nvSpPr>
          <p:cNvPr id="6" name="TextBox 5">
            <a:extLst>
              <a:ext uri="{FF2B5EF4-FFF2-40B4-BE49-F238E27FC236}">
                <a16:creationId xmlns:a16="http://schemas.microsoft.com/office/drawing/2014/main" id="{4A156D0F-D71B-B15D-E236-F1D2CE20CEC6}"/>
              </a:ext>
            </a:extLst>
          </p:cNvPr>
          <p:cNvSpPr txBox="1"/>
          <p:nvPr/>
        </p:nvSpPr>
        <p:spPr>
          <a:xfrm>
            <a:off x="7162800" y="3733800"/>
            <a:ext cx="4343400" cy="1015663"/>
          </a:xfrm>
          <a:prstGeom prst="rect">
            <a:avLst/>
          </a:prstGeom>
          <a:noFill/>
        </p:spPr>
        <p:txBody>
          <a:bodyPr wrap="square" rtlCol="0">
            <a:spAutoFit/>
          </a:bodyPr>
          <a:lstStyle/>
          <a:p>
            <a:pPr algn="l">
              <a:buNone/>
            </a:pPr>
            <a:r>
              <a:rPr lang="cs-CZ" sz="6000" b="0" dirty="0">
                <a:solidFill>
                  <a:schemeClr val="tx1"/>
                </a:solidFill>
                <a:latin typeface="Papyrus" panose="03070502060502030205" pitchFamily="66" charset="0"/>
                <a:ea typeface="Calibri" panose="020F0502020204030204" pitchFamily="34" charset="0"/>
                <a:cs typeface="Calibri" panose="020F0502020204030204" pitchFamily="34" charset="0"/>
              </a:rPr>
              <a:t>AVATAR</a:t>
            </a:r>
            <a:endParaRPr lang="en-US" sz="6000" b="0" dirty="0" err="1">
              <a:solidFill>
                <a:schemeClr val="tx1"/>
              </a:solidFill>
              <a:latin typeface="Papyrus" panose="03070502060502030205" pitchFamily="66"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872979F-F4E2-AAE1-7A0F-A89051C91A4F}"/>
              </a:ext>
            </a:extLst>
          </p:cNvPr>
          <p:cNvSpPr txBox="1"/>
          <p:nvPr/>
        </p:nvSpPr>
        <p:spPr>
          <a:xfrm>
            <a:off x="685800" y="24103"/>
            <a:ext cx="6324600" cy="584775"/>
          </a:xfrm>
          <a:prstGeom prst="rect">
            <a:avLst/>
          </a:prstGeom>
          <a:noFill/>
        </p:spPr>
        <p:txBody>
          <a:bodyPr wrap="square" rtlCol="0">
            <a:spAutoFit/>
          </a:bodyPr>
          <a:lstStyle/>
          <a:p>
            <a:pPr marL="0" indent="0">
              <a:buNone/>
            </a:pPr>
            <a:r>
              <a:rPr lang="en-GB" sz="3200" b="0" dirty="0">
                <a:solidFill>
                  <a:srgbClr val="212121"/>
                </a:solidFill>
                <a:latin typeface="Roboto" panose="02000000000000000000" pitchFamily="2" charset="0"/>
                <a:ea typeface="Calibri" panose="020F0502020204030204" pitchFamily="34" charset="0"/>
                <a:cs typeface="Calibri" panose="020F0502020204030204" pitchFamily="34" charset="0"/>
              </a:rPr>
              <a:t>Bonus info </a:t>
            </a:r>
            <a:endParaRPr lang="en-US" sz="26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74500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01021 FIT Calibri">
  <a:themeElements>
    <a:clrScheme name="a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2">
      <a:majorFont>
        <a:latin typeface="Tahoma"/>
        <a:ea typeface=""/>
        <a:cs typeface=""/>
      </a:majorFont>
      <a:minorFont>
        <a:latin typeface="Tahoma"/>
        <a:ea typeface=""/>
        <a:cs typeface=""/>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cap="flat" cmpd="sng" algn="ctr">
          <a:solidFill>
            <a:schemeClr val="accent6">
              <a:lumMod val="75000"/>
            </a:schemeClr>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R="0" algn="ctr" defTabSz="914400" rtl="0" eaLnBrk="1" fontAlgn="base" latinLnBrk="0" hangingPunct="1">
          <a:lnSpc>
            <a:spcPct val="100000"/>
          </a:lnSpc>
          <a:spcBef>
            <a:spcPct val="20000"/>
          </a:spcBef>
          <a:spcAft>
            <a:spcPct val="0"/>
          </a:spcAft>
          <a:buClrTx/>
          <a:buSzTx/>
          <a:buNone/>
          <a:tabLst/>
          <a:defRPr kumimoji="0" sz="2400" b="0" i="0" u="none" strike="noStrike" cap="none" normalizeH="0" baseline="0" dirty="0" err="1" smtClean="0">
            <a:ln>
              <a:noFill/>
            </a:ln>
            <a:solidFill>
              <a:schemeClr val="accent6">
                <a:lumMod val="50000"/>
              </a:schemeClr>
            </a:solidFill>
            <a:effectLst/>
            <a:latin typeface="Calibri" panose="020F0502020204030204" pitchFamily="34" charset="0"/>
            <a:ea typeface="Calibri" panose="020F0502020204030204" pitchFamily="34" charset="0"/>
            <a:cs typeface="Calibri" panose="020F0502020204030204" pitchFamily="34" charset="0"/>
          </a:defRPr>
        </a:defPPr>
      </a:lstStyle>
    </a:spDef>
    <a:lnDef>
      <a:spPr bwMode="auto">
        <a:noFill/>
        <a:ln w="28575" cap="flat" cmpd="sng" algn="ctr">
          <a:solidFill>
            <a:schemeClr val="accent6">
              <a:lumMod val="75000"/>
            </a:schemeClr>
          </a:solidFill>
          <a:prstDash val="solid"/>
          <a:round/>
          <a:headEnd type="none" w="med" len="med"/>
          <a:tailEnd type="none" w="med" len="med"/>
        </a:ln>
        <a:effectLst/>
      </a:spPr>
      <a:bodyPr/>
      <a:lstStyle/>
    </a:lnDef>
    <a:txDef>
      <a:spPr>
        <a:noFill/>
      </a:spPr>
      <a:bodyPr wrap="none" rtlCol="0">
        <a:spAutoFit/>
      </a:bodyPr>
      <a:lstStyle>
        <a:defPPr algn="l">
          <a:buNone/>
          <a:defRPr sz="2600" b="0" dirty="0" err="1" smtClean="0">
            <a:solidFill>
              <a:schemeClr val="tx1"/>
            </a:solidFill>
            <a:latin typeface="Calibri" panose="020F0502020204030204" pitchFamily="34" charset="0"/>
            <a:ea typeface="Calibri" panose="020F0502020204030204" pitchFamily="34" charset="0"/>
            <a:cs typeface="Calibri" panose="020F0502020204030204" pitchFamily="34" charset="0"/>
          </a:defRPr>
        </a:defPPr>
      </a:lstStyle>
    </a:txDef>
  </a:objectDefaults>
  <a:extraClrSchemeLst>
    <a:extraClrScheme>
      <a:clrScheme name="a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2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XI Slides Template" id="{293E0C09-34D6-4506-9E18-E14DCC86B095}" vid="{BF5BF70E-2EF4-4CB4-90C1-DF7A7B50AA37}"/>
    </a:ext>
  </a:extLst>
</a:theme>
</file>

<file path=ppt/theme/theme2.xml><?xml version="1.0" encoding="utf-8"?>
<a:theme xmlns:a="http://schemas.openxmlformats.org/drawingml/2006/main"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797</TotalTime>
  <Words>2041</Words>
  <Application>Microsoft Office PowerPoint</Application>
  <PresentationFormat>Widescreen</PresentationFormat>
  <Paragraphs>182</Paragraphs>
  <Slides>26</Slides>
  <Notes>26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26</vt:i4>
      </vt:variant>
    </vt:vector>
  </HeadingPairs>
  <TitlesOfParts>
    <vt:vector size="42" baseType="lpstr">
      <vt:lpstr>Arial</vt:lpstr>
      <vt:lpstr>Blackadder ITC</vt:lpstr>
      <vt:lpstr>Bradley Hand ITC</vt:lpstr>
      <vt:lpstr>Calibri</vt:lpstr>
      <vt:lpstr>Century Gothic</vt:lpstr>
      <vt:lpstr>Curlz MT</vt:lpstr>
      <vt:lpstr>Forte</vt:lpstr>
      <vt:lpstr>Gigi</vt:lpstr>
      <vt:lpstr>Google Sans Text</vt:lpstr>
      <vt:lpstr>Harlow Solid Italic</vt:lpstr>
      <vt:lpstr>Papyrus</vt:lpstr>
      <vt:lpstr>Parchment</vt:lpstr>
      <vt:lpstr>Roboto</vt:lpstr>
      <vt:lpstr>Roboto</vt:lpstr>
      <vt:lpstr>Tahoma</vt:lpstr>
      <vt:lpstr>101021 FIT Calibri</vt:lpstr>
      <vt:lpstr>Material Design: Typography rules and recommendations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Essay Title</dc:title>
  <dc:creator>Herout Adam (11830)</dc:creator>
  <cp:lastModifiedBy>Petr Kaška</cp:lastModifiedBy>
  <cp:revision>2</cp:revision>
  <dcterms:created xsi:type="dcterms:W3CDTF">2024-02-29T17:22:27Z</dcterms:created>
  <dcterms:modified xsi:type="dcterms:W3CDTF">2024-11-10T17:57:33Z</dcterms:modified>
</cp:coreProperties>
</file>